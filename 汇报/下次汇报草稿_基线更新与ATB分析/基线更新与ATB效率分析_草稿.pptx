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2026.10.01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 · 时间按实际输出帧归一，显存为设备采样峰值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只计模型/渲染器，不含外围读取、适配、传输及CPU后处理。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Any-to-Bokeh按视频输出帧归一，不是独立单帧在线延迟。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MagicBokeh包含六个图块生成与GPU拼接，不含估深、目标选点及CPU颜色校正。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的主要成本集中在 VAE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旧RTX PRO 6000模块分析；固定4段，各预热1次/正式2次；新卡未测阶段占比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0"/>
                <a:gridCol w="2286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阶段峰值 (GiB)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0.083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2.739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2.516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2.258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 VAE 解码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4.975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VAE相关阶段约占81%；持续RGB特征缓存6.47 GiB</a:t>
            </a:r>
          </a:p>
        </p:txBody>
      </p:sp>
      <p:sp>
        <p:nvSpPr>
          <p:cNvPr id="101" name="Updated note 101"/>
          <p:cNvSpPr txBox="1"/>
          <p:nvPr/>
        </p:nvSpPr>
        <p:spPr>
          <a:xfrm>
            <a:off x="914400" y="54406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峰值为Torch allocated，含常驻权重与缓存，不能相加；与旧卡模型成本表的设备采样峰值38.47 GiB口径不同。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25输出帧对应RGB/CoC各48个编码帧槽、32个解码帧槽；不能直接视为可无损删除的计算。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当前只完成归因，尚未验证优化收益或质量等价。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当前进度与下一步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模型成本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RTX 4090 D六种GPU方法测量完成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旧卡结果分开保留，参数量及GFLOPs口径沿用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完整流水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六种GPU方法及DeepLens CPU完整25帧测量完成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每方法20次正式重复；旧机记录分开保留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评价范围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保留模型计算成本与视频端到端效率两张表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低帧率深度专项继续暂停，已完成质量结果保留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后续候选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编码分批、缓存优化和失败分析暂不开展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本轮性能评价已完成，后续等待明确执行任务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1024×576、25帧 · 每输入预热1次、正式5次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822960"/>
                <a:gridCol w="1874520"/>
                <a:gridCol w="1874520"/>
                <a:gridCol w="1234440"/>
                <a:gridCol w="210312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从读取给定输入到25帧CPU uint8 RGB；不含模型加载、外部标注生成、写盘与编码。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†MagicBokeh包含自身估深、GT目标辅助选点与颜色校正；Core为估深网络及生成器GPU段。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GPU行报告设备采样显存；DeepLens为Xeon 8481C / TF1.15 / 8线程，内存列为CPU RSS。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