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4" r:id="rId25"/>
    <p:sldId id="272" r:id="rId23"/>
    <p:sldId id="275" r:id="rId12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效率分析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汇报日期：待定</a:t>
            </a:r>
          </a:p>
        </p:txBody>
      </p:sp>
      <p:sp>
        <p:nvSpPr>
          <p:cNvPr id="100" name="Updated note 100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2926080" y="5257800"/>
            <a:ext cx="6400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下次汇报草稿 · 数据截至 2026.10.01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帧，1024×576；新增 MagicBokeh；上表为复现，下表为论文外部参考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†MagicBokeh用GT目标区域辅助选点；Dr.Bokeh用GT alpha。平均偏差仅比较原六法，不含MagicBokeh。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*BokehCrafter为其论文VBS三档均值，异数据集，仅作参考。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当前为原六种方法的冻结结果；MagicBokeh 尚未进入 DAVIS 定量评价。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 · 时间按实际输出帧归一，显存为设备采样峰值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4406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只计模型/渲染器，不含外围读取、适配、传输及CPU后处理。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Any-to-Bokeh按视频输出帧归一，不是独立单帧在线延迟。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MagicBokeh包含六个图块生成与GPU拼接，不含估深、目标选点及CPU颜色校正。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1024×576、25帧 · 每输入预热1次、正式5次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822960"/>
                <a:gridCol w="1874520"/>
                <a:gridCol w="1874520"/>
                <a:gridCol w="1234440"/>
                <a:gridCol w="210312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从读取给定输入到25帧CPU uint8 RGB；不含模型加载、外部标注生成、写盘与编码。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†MagicBokeh包含自身估深、GT目标辅助选点与颜色校正；Core为估深网络及生成器GPU段。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GPU行报告设备采样显存；DeepLens为Xeon 8481C / TF1.15 / 8线程，内存列为CPU RSS。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RTX 4090 D · 固定4段各25帧 · 阶段耗时带同步插桩，只用于归因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VAE相关阶段合计占80.36%；持续RGB特征缓存6.469 GiB</a:t>
            </a: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/>
                <a:gridCol w="1828800"/>
                <a:gridCol w="173736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当前进度与下一步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模型成本</a:t>
            </a:r>
          </a:p>
        </p:txBody>
      </p:sp>
      <p:sp>
        <p:nvSpPr>
          <p:cNvPr id="7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RTX 4090 D六种GPU方法测量完成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旧卡结果分开保留，参数量及GFLOPs口径沿用</a:t>
            </a:r>
          </a:p>
        </p:txBody>
      </p:sp>
      <p:cxnSp>
        <p:nvCxnSpPr>
          <p:cNvPr id="8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完整流水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六种GPU方法及DeepLens CPU完整25帧测量完成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每方法20次正式重复；旧机记录分开保留</a:t>
            </a:r>
          </a:p>
        </p:txBody>
      </p:sp>
      <p:cxnSp>
        <p:nvCxnSpPr>
          <p:cNvPr id="11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评价范围</a:t>
            </a:r>
          </a:p>
        </p:txBody>
      </p:sp>
      <p:sp>
        <p:nvSpPr>
          <p:cNvPr id="13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保留模型计算成本与视频端到端效率两张表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低帧率深度专项继续暂停，已完成质量结果保留</a:t>
            </a:r>
          </a:p>
        </p:txBody>
      </p:sp>
      <p:cxnSp>
        <p:nvCxnSpPr>
          <p:cNvPr id="14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后续候选</a:t>
            </a: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编码分批、缓存优化和失败分析暂不开展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本轮性能评价已完成，后续等待明确执行任务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显存构成与优化验证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02412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>
                <a:solidFill>
                  <a:srgbClr val="101F37"/>
                </a:solidFill>
                <a:latin typeface="Arial"/>
                <a:ea typeface="Microsoft YaHei"/>
              </a:rPr>
              <a:t>RTX 4090 D · 四固定片段 · 候选仅跳过 encoder 中 scale 严格等于1 的除法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2377440"/>
                <a:gridCol w="237744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候选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25帧 Core (s)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34.294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29.797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−13.11%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reserved峰值 (GiB)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41.693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37.193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−10.79%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设备采样峰值 (GiB)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14400" y="4069080"/>
          <a:ext cx="10241280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237744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显存构成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大小 (GiB)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保留范围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四级 RGB 特征缓存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6.469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跨 CoC / UNet / 解码，至下次替换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latent cache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0.0003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保留16帧槽底层 storage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编码阶段并发大分配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 × 4.5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入口以上请求增量 22.5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