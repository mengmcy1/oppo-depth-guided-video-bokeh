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视频虚化：基线补充</a:t>
            </a:r>
          </a:p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与 Any-to-Bokeh 效率分析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汇报日期：待定</a:t>
            </a:r>
          </a:p>
        </p:txBody>
      </p:sp>
      <p:sp>
        <p:nvSpPr>
          <p:cNvPr id="100" name="Updated note 100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2926080" y="5257800"/>
            <a:ext cx="6400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下次汇报草稿 · 数据截至 2026.09.30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观察：背景变虚，主体与细节保留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观察：运动主体、肢体边界与连续帧变化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200 段 × 25 帧，1024×576；新增 MagicBokeh B；上表为复现，下表为论文外部参考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80" y="1426464"/>
          <a:ext cx="1033272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 B†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六法平均偏差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1.79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0.032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20.64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0.136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0.0051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80" y="3840480"/>
          <a:ext cx="10332720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BokehCrafter*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961888"/>
            <a:ext cx="103327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†MagicBokeh B用GT目标区域辅助选点；Dr.Bokeh用GT alpha。平均偏差仅比较原六法，不含MagicBokeh。</a:t>
            </a:r>
          </a:p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*BokehCrafter为其论文VBS三档均值，异数据集，仅作参考。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当前为原六种方法的冻结结果；MagicBokeh 尚未进入 DAVIS 定量评价。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Table 3 · RTX PRO 6000，1024×576，串行测量；时间按实际输出帧归一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3284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1.104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18.37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 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1.209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0.505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212080"/>
            <a:ext cx="102412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MagicBokeh B：一帧由6个512×512图块生成；计入生成器与GPU拼接，不含估深、选点与CPU颜色校正。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ATB使用真实视频调用再按输出帧归一；不能称为单帧在线延迟。显存为设备采样峰值。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当前MagicBokeh显存较低，但全帧模型耗时更长；单步生成不自动等于更快。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的主要成本集中在 VAE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固定4段 × 25输出帧，各预热1次、正式2次；额外阶段同步仅用于归因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0"/>
                <a:gridCol w="2286000"/>
                <a:gridCol w="22860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阶段峰值 (GiB)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0.083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2.739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2.516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2.258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 VAE 解码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4.975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4754880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101F37"/>
                </a:solidFill>
                <a:latin typeface="Arial"/>
                <a:ea typeface="Microsoft YaHei"/>
              </a:rPr>
              <a:t>VAE相关阶段约占81%；持续RGB特征缓存6.47 GiB</a:t>
            </a:r>
          </a:p>
        </p:txBody>
      </p:sp>
      <p:sp>
        <p:nvSpPr>
          <p:cNvPr id="101" name="Updated note 101"/>
          <p:cNvSpPr txBox="1"/>
          <p:nvPr/>
        </p:nvSpPr>
        <p:spPr>
          <a:xfrm>
            <a:off x="914400" y="544068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峰值为Torch allocated，含常驻权重与缓存，不能相加；与Table 3设备采样峰值38.47 GiB口径不同。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25输出帧对应RGB/CoC各48个编码帧槽、32个解码帧槽；不能直接视为可无损删除的计算。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当前只完成归因，尚未验证优化收益或质量等价。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23444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7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23444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 B：200×25帧及同配置模型成本已冻结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Synthetic七方法 / DAVIS六方法；ATB首轮模块分析完成</a:t>
            </a:r>
          </a:p>
        </p:txBody>
      </p:sp>
      <p:cxnSp>
        <p:nvCxnSpPr>
          <p:cNvPr id="8" name="Connector 22"/>
          <p:cNvCxnSpPr/>
          <p:nvPr/>
        </p:nvCxnSpPr>
        <p:spPr>
          <a:xfrm>
            <a:off x="777240" y="228600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42316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效率验证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42316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区分FP32编码激活与6.47 GiB缓存的贡献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单因素验证编码批量、缓存或复用，保持随机流与解码语义</a:t>
            </a:r>
          </a:p>
        </p:txBody>
      </p:sp>
      <p:cxnSp>
        <p:nvCxnSpPr>
          <p:cNvPr id="11" name="Connector 23"/>
          <p:cNvCxnSpPr/>
          <p:nvPr/>
        </p:nvCxnSpPr>
        <p:spPr>
          <a:xfrm>
            <a:off x="777240" y="347472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3611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失败分析</a:t>
            </a:r>
          </a:p>
        </p:txBody>
      </p:sp>
      <p:sp>
        <p:nvSpPr>
          <p:cNvPr id="13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3611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从既有Synthetic / DAVIS中固定可重复场景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围绕边界、遮挡、细结构、大运动及强虚化做机制验证</a:t>
            </a:r>
          </a:p>
        </p:txBody>
      </p:sp>
      <p:cxnSp>
        <p:nvCxnSpPr>
          <p:cNvPr id="14" name="Connector 24"/>
          <p:cNvCxnSpPr/>
          <p:nvPr/>
        </p:nvCxnSpPr>
        <p:spPr>
          <a:xfrm>
            <a:off x="777240" y="466344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8006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确定 Ours</a:t>
            </a: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8006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根据验证结果选择改进，再做消融与统一评价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不预设低帧率补全或三头结构；Ours尚未冻结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