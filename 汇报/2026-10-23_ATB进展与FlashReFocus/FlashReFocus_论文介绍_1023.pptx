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59" r:id="rId9"/>
    <p:sldId id="260" r:id="rId10"/>
    <p:sldId id="261" r:id="rId11"/>
    <p:sldId id="257" r:id="rId2"/>
    <p:sldId id="258" r:id="rId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4660"/>
  </p:normalViewPr>
  <p:slideViewPr>
    <p:cSldViewPr snapToGrid="0">
      <p:cViewPr varScale="1">
        <p:scale>
          <a:sx n="148" d="100"/>
          <a:sy n="148" d="100"/>
        </p:scale>
        <p:origin x="1302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0D827FC-13EC-4534-943C-1B6B237D5F5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>
            <a:normAutofit/>
          </a:bodyPr>
          <a:lstStyle>
            <a:lvl1pPr algn="ctr">
              <a:buNone/>
              <a:defRPr sz="6000"/>
            </a:lvl1pPr>
          </a:lstStyle>
          <a:p>
            <a:r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D3D191A6-740D-4559-932B-C68CD38E37B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t>单击此处编辑母版副标题样式</a:t>
            </a:r>
          </a:p>
        </p:txBody>
      </p:sp>
      <p:sp>
        <p:nvSpPr>
          <p:cNvPr id="16" name="日期占位符 15">
            <a:extLst>
              <a:ext uri="{FF2B5EF4-FFF2-40B4-BE49-F238E27FC236}">
                <a16:creationId xmlns:a16="http://schemas.microsoft.com/office/drawing/2014/main" id="{DC92720F-CEDE-462A-9258-2F6F8E4F4E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2026-10-21</a:t>
            </a:fld>
            <a:endParaRPr/>
          </a:p>
        </p:txBody>
      </p:sp>
      <p:sp>
        <p:nvSpPr>
          <p:cNvPr id="17" name="页脚占位符 16">
            <a:extLst>
              <a:ext uri="{FF2B5EF4-FFF2-40B4-BE49-F238E27FC236}">
                <a16:creationId xmlns:a16="http://schemas.microsoft.com/office/drawing/2014/main" id="{01FAF7BB-96E7-474F-8E13-2A3F228E59E0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18" name="灯片编号占位符 17">
            <a:extLst>
              <a:ext uri="{FF2B5EF4-FFF2-40B4-BE49-F238E27FC236}">
                <a16:creationId xmlns:a16="http://schemas.microsoft.com/office/drawing/2014/main" id="{39F46F67-CF60-41D7-ADA6-BDE73F96166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C1D75B2-BB23-4948-84C7-EB6CF064FB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anchor="ctr">
            <a:normAutofit/>
          </a:bodyPr>
          <a:lstStyle/>
          <a:p>
            <a:pPr>
              <a:buNone/>
            </a:pPr>
            <a:r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48EE921-E731-43F3-8919-D567B38E78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>
            <a:normAutofit/>
          </a:bodyPr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34B3765-C182-4421-8F29-6A9DEAAEBEAC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2026-10-21</a:t>
            </a:fld>
            <a:endParaRPr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24729A8-8D35-4E1E-B947-4B029492F63D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3570143-5261-415B-8113-51EF8007CD2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4713B2D-E8C6-43F5-A859-87472410D36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>
            <a:normAutofit/>
          </a:bodyPr>
          <a:lstStyle>
            <a:lvl1pPr>
              <a:buNone/>
              <a:defRPr sz="4400"/>
            </a:lvl1pPr>
          </a:lstStyle>
          <a:p>
            <a:r>
              <a:t>单击此处编辑标题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60B62CB-720E-4D14-9DC8-B279D19AF5F6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>
              <a:buNone/>
            </a:pPr>
            <a:r>
              <a:t>单击此处编辑文本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6EBC76B-9044-435D-93B4-E983D6D6ADB5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2026-10-21</a:t>
            </a:fld>
            <a:endParaRPr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6BFBDAA-2CE0-4826-86F9-FC15D559EA0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776A62A-7005-4B8A-8635-DC174853138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408C66C-5979-4AA9-943C-8C21450272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anchor="ctr">
            <a:normAutofit/>
          </a:bodyPr>
          <a:lstStyle/>
          <a:p>
            <a:pPr>
              <a:buNone/>
            </a:pPr>
            <a:r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F784C1F-6CFA-4FAE-93E9-F41EB3B620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>
            <a:normAutofit/>
          </a:bodyPr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00351BE2-C379-4212-AAB9-07437BE792BA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FF551DC6-0261-4DD5-A68A-10D2D8BE3721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2026-10-21</a:t>
            </a:fld>
            <a:endParaRPr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451E987A-C040-4F0C-BA48-38851B53EC98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98488445-9CE9-4801-8575-688F8220005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BCBCE97-C159-4A8D-BB25-D20DBCB4D6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anchor="ctr">
            <a:normAutofit/>
          </a:bodyPr>
          <a:lstStyle/>
          <a:p>
            <a:pPr>
              <a:buNone/>
            </a:pPr>
            <a:r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D84D4FE-8F76-4E37-B3D6-25C02F2E4F35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>
              <a:buNone/>
            </a:pPr>
            <a:r>
              <a:t>单击此处编辑文本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1A0EEC01-B1DC-4313-8539-F35516E76EE7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>
            <a:normAutofit/>
          </a:bodyPr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72419646-66E0-4D48-AEB8-A9FCE9E4C41A}"/>
              </a:ext>
            </a:extLst>
          </p:cNvPr>
          <p:cNvSpPr>
            <a:spLocks noGrp="1"/>
          </p:cNvSpPr>
          <p:nvPr>
            <p:ph type="body" idx="3" hasCustomPrompt="1"/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anchor="t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>
              <a:buNone/>
            </a:pPr>
            <a:r>
              <a:t>单击此处编辑文本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3D2DFDDD-8310-42F6-8351-27F8F125191F}"/>
              </a:ext>
            </a:extLst>
          </p:cNvPr>
          <p:cNvSpPr>
            <a:spLocks noGrp="1"/>
          </p:cNvSpPr>
          <p:nvPr>
            <p:ph idx="4"/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>
            <a:normAutofit/>
          </a:bodyPr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05D4EB3D-F163-4969-B497-1252F8D71864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2026-10-21</a:t>
            </a:fld>
            <a:endParaRPr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7B107DFD-FD9F-4976-9EF0-B7B55E590776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CB7F6A92-5D5F-46AE-93BF-527FD6D13D2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C7054DC-D709-49D8-8331-FC6AE8E362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anchor="ctr">
            <a:normAutofit/>
          </a:bodyPr>
          <a:lstStyle/>
          <a:p>
            <a:pPr>
              <a:buNone/>
            </a:pPr>
            <a:r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6D7A751D-BE1B-40DA-9C0F-042E3D798C18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2026-10-21</a:t>
            </a:fld>
            <a:endParaRPr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9EAA8944-91D1-428C-A566-F69CEB78A1F2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92B27E16-828F-41B4-BF2C-1667452C213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368F2686-FB7E-462C-9EC7-DDD4CB5E88EC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2026-10-21</a:t>
            </a:fld>
            <a:endParaRPr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1C9584A8-757F-48B4-AE1D-54A674B72705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A044F15-89E6-4327-A0C6-90FEB269C3E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>
            <a:extLst>
              <a:ext uri="{FF2B5EF4-FFF2-40B4-BE49-F238E27FC236}">
                <a16:creationId xmlns:a16="http://schemas.microsoft.com/office/drawing/2014/main" id="{9BCE772D-D555-41A5-8F20-149C45C8AF1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>
            <a:normAutofit/>
          </a:bodyPr>
          <a:lstStyle>
            <a:lvl1pPr>
              <a:buNone/>
              <a:defRPr sz="1600"/>
            </a:lvl1pPr>
          </a:lstStyle>
          <a:p>
            <a:pPr>
              <a:buNone/>
            </a:pPr>
            <a:endParaRPr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A0097360-FF83-4663-8485-4CE379645D05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>
            <a:normAutofit/>
          </a:bodyPr>
          <a:lstStyle>
            <a:lvl1pPr>
              <a:buNone/>
              <a:defRPr sz="1600"/>
            </a:lvl1pPr>
          </a:lstStyle>
          <a:p>
            <a:pPr>
              <a:buNone/>
            </a:pPr>
            <a:r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55F748D8-86DC-47F7-A68F-80B43749690E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9EFD9D74-47D9-4702-A33C-335B63B48DBF}" type="datetimeFigureOut">
              <a:t>2026-10-21</a:t>
            </a:fld>
            <a:endParaRPr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07D1DEA-A29F-4AAD-B7FB-E4FE2D656C55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291BC6B-6A01-426B-8DA0-CB9EF19E71E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ABC47A4-756D-490B-A52F-7D9E2C9FC05F}" type="slidenum">
              <a:t>‹#›</a:t>
            </a:fld>
            <a:endParaRPr/>
          </a:p>
        </p:txBody>
      </p:sp>
      <p:sp>
        <p:nvSpPr>
          <p:cNvPr id="9" name="标题 8">
            <a:extLst>
              <a:ext uri="{FF2B5EF4-FFF2-40B4-BE49-F238E27FC236}">
                <a16:creationId xmlns:a16="http://schemas.microsoft.com/office/drawing/2014/main" id="{4F4E188D-011B-4DC6-B48C-D4EDBF5E1C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EA170318-5361-428D-8A0E-984E39D201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anchor="ctr">
            <a:normAutofit/>
          </a:bodyPr>
          <a:lstStyle>
            <a:lvl1pPr>
              <a:buNone/>
              <a:defRPr sz="2800"/>
            </a:lvl1pPr>
          </a:lstStyle>
          <a:p>
            <a:pPr>
              <a:buNone/>
            </a:pPr>
            <a:r>
              <a:t>单击此处编辑标题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4274CB72-AAF1-4918-A7DB-1CFCEE6D01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buNone/>
              <a:defRPr spc="300"/>
            </a:lvl1pPr>
            <a:lvl2pPr marL="685800" indent="-228600">
              <a:buNone/>
              <a:defRPr spc="300"/>
            </a:lvl2pPr>
            <a:lvl3pPr marL="1143000" indent="-228600">
              <a:buNone/>
              <a:defRPr spc="300"/>
            </a:lvl3pPr>
            <a:lvl4pPr marL="1600200" indent="-228600">
              <a:buNone/>
              <a:defRPr spc="300"/>
            </a:lvl4pPr>
            <a:lvl5pPr marL="2057400" indent="-228600">
              <a:buNone/>
              <a:defRPr spc="300"/>
            </a:lvl5pPr>
          </a:lstStyle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25F2C6F-AC8A-469B-BFD9-FE81950669C2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2026-10-21</a:t>
            </a:fld>
            <a:endParaRPr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9EF39F2-BB37-4DF8-9772-A1D5E4B1068B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2B431A0-5D32-4443-8514-CB4FBA26562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>
            <a:extLst>
              <a:ext uri="{FF2B5EF4-FFF2-40B4-BE49-F238E27FC236}">
                <a16:creationId xmlns:a16="http://schemas.microsoft.com/office/drawing/2014/main" id="{027C3940-28EF-4142-B7B8-CB87F29165BC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2026-10-21</a:t>
            </a:fld>
            <a:endParaRPr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8D386E29-7E6D-4EA5-9C69-93A4C311F351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260BE97B-BDBD-4151-B6AB-2159534455D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  <p:sp>
        <p:nvSpPr>
          <p:cNvPr id="7" name="内容占位符 6">
            <a:extLst>
              <a:ext uri="{FF2B5EF4-FFF2-40B4-BE49-F238E27FC236}">
                <a16:creationId xmlns:a16="http://schemas.microsoft.com/office/drawing/2014/main" id="{05B87756-BC33-45BC-894F-164D91CFB152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>
            <a:extLst>
              <a:ext uri="{FF2B5EF4-FFF2-40B4-BE49-F238E27FC236}">
                <a16:creationId xmlns:a16="http://schemas.microsoft.com/office/drawing/2014/main" id="{E992C23E-7253-44AB-9397-C800533DCB9D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2026-10-21</a:t>
            </a:fld>
            <a:endParaRPr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56B64AD8-89D9-43A1-BCEB-C34CB4CAA53D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CC6365B8-68FE-4E57-A954-41410FA3B76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38204CC8-C14D-4A0B-8988-6EDC2CC9991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anchor="t">
            <a:normAutofit/>
          </a:bodyPr>
          <a:lstStyle>
            <a:lvl1pPr algn="ctr">
              <a:buNone/>
              <a:defRPr sz="6000"/>
            </a:lvl1pPr>
          </a:lstStyle>
          <a:p>
            <a:pPr>
              <a:buNone/>
            </a:pPr>
            <a:r>
              <a:t>单击此处编辑标题</a:t>
            </a:r>
          </a:p>
        </p:txBody>
      </p:sp>
      <p:sp>
        <p:nvSpPr>
          <p:cNvPr id="7" name="文本占位符 6">
            <a:extLst>
              <a:ext uri="{FF2B5EF4-FFF2-40B4-BE49-F238E27FC236}">
                <a16:creationId xmlns:a16="http://schemas.microsoft.com/office/drawing/2014/main" id="{8CE75E29-F427-4503-B2EE-1DAE3AFD3989}"/>
              </a:ext>
            </a:extLst>
          </p:cNvPr>
          <p:cNvSpPr>
            <a:spLocks noGrp="1"/>
          </p:cNvSpPr>
          <p:nvPr>
            <p:ph type="body" idx="13"/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>
              <a:buNone/>
            </a:pPr>
            <a:r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21">
            <a:extLst>
              <a:ext uri="{FF2B5EF4-FFF2-40B4-BE49-F238E27FC236}">
                <a16:creationId xmlns:a16="http://schemas.microsoft.com/office/drawing/2014/main" id="{1663FBA5-BDA6-4C8C-B397-D60D211930AE}"/>
              </a:ext>
            </a:extLst>
          </p:cNvPr>
          <p:cNvSpPr>
            <a:spLocks noGrp="1"/>
          </p:cNvSpPr>
          <p:nvPr/>
        </p:nvSpPr>
        <p:spPr>
          <a:xfrm>
            <a:off x="191344" y="737562"/>
            <a:ext cx="11809312" cy="5067699"/>
          </a:xfrm>
          <a:prstGeom prst="rect">
            <a:avLst/>
          </a:prstGeom>
          <a:solidFill>
            <a:srgbClr val="005BAC">
              <a:alpha val="90000"/>
            </a:srgbClr>
          </a:solidFill>
          <a:ln w="12700" cmpd="sng">
            <a:noFill/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" name="文本占位符 73">
            <a:extLst>
              <a:ext uri="{FF2B5EF4-FFF2-40B4-BE49-F238E27FC236}">
                <a16:creationId xmlns:a16="http://schemas.microsoft.com/office/drawing/2014/main" id="{1CD044CB-B0D8-448E-B78F-0071202101E9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4583773" y="4851298"/>
            <a:ext cx="3024188" cy="358941"/>
          </a:xfrm>
        </p:spPr>
        <p:txBody>
          <a:bodyPr anchor="ctr"/>
          <a:lstStyle>
            <a:lvl1pPr algn="ctr">
              <a:buNone/>
              <a:defRPr sz="1800" b="1" i="0">
                <a:solidFill>
                  <a:schemeClr val="bg1"/>
                </a:solidFill>
                <a:latin typeface="微软雅黑 Light"/>
                <a:ea typeface="微软雅黑 Light"/>
                <a:cs typeface="微软雅黑 Light"/>
              </a:defRPr>
            </a:lvl1pPr>
            <a:lvl2pPr>
              <a:buNone/>
              <a:defRPr b="0" i="0">
                <a:solidFill>
                  <a:schemeClr val="bg1"/>
                </a:solidFill>
                <a:latin typeface="等线"/>
                <a:ea typeface="等线"/>
                <a:cs typeface="等线"/>
              </a:defRPr>
            </a:lvl2pPr>
            <a:lvl3pPr>
              <a:buNone/>
              <a:defRPr b="0" i="0">
                <a:solidFill>
                  <a:schemeClr val="bg1"/>
                </a:solidFill>
                <a:latin typeface="等线"/>
                <a:ea typeface="等线"/>
                <a:cs typeface="等线"/>
              </a:defRPr>
            </a:lvl3pPr>
            <a:lvl4pPr>
              <a:buNone/>
              <a:defRPr b="0" i="0">
                <a:solidFill>
                  <a:schemeClr val="bg1"/>
                </a:solidFill>
                <a:latin typeface="等线"/>
                <a:ea typeface="等线"/>
                <a:cs typeface="等线"/>
              </a:defRPr>
            </a:lvl4pPr>
            <a:lvl5pPr>
              <a:buNone/>
              <a:defRPr b="0" i="0">
                <a:solidFill>
                  <a:schemeClr val="bg1"/>
                </a:solidFill>
                <a:latin typeface="等线"/>
                <a:ea typeface="等线"/>
                <a:cs typeface="等线"/>
              </a:defRPr>
            </a:lvl5pPr>
          </a:lstStyle>
          <a:p>
            <a:pPr>
              <a:buNone/>
            </a:pPr>
            <a:r>
              <a:t>单击此处编辑</a:t>
            </a:r>
          </a:p>
        </p:txBody>
      </p:sp>
      <p:sp>
        <p:nvSpPr>
          <p:cNvPr id="76" name="标题 75">
            <a:extLst>
              <a:ext uri="{FF2B5EF4-FFF2-40B4-BE49-F238E27FC236}">
                <a16:creationId xmlns:a16="http://schemas.microsoft.com/office/drawing/2014/main" id="{B7CA6298-7645-4B76-9C7B-5900BAC516E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23867" y="2087714"/>
            <a:ext cx="9144000" cy="677108"/>
          </a:xfrm>
        </p:spPr>
        <p:txBody>
          <a:bodyPr/>
          <a:lstStyle>
            <a:lvl1pPr algn="ctr">
              <a:buNone/>
              <a:defRPr sz="4400" b="1">
                <a:solidFill>
                  <a:schemeClr val="bg1"/>
                </a:solidFill>
                <a:latin typeface="微软雅黑 Light"/>
                <a:ea typeface="微软雅黑 Light"/>
                <a:cs typeface="微软雅黑 Light"/>
              </a:defRPr>
            </a:lvl1pPr>
          </a:lstStyle>
          <a:p>
            <a:r>
              <a:t>编辑标题样式</a:t>
            </a:r>
          </a:p>
        </p:txBody>
      </p:sp>
      <p:sp>
        <p:nvSpPr>
          <p:cNvPr id="79" name="文本占位符 78">
            <a:extLst>
              <a:ext uri="{FF2B5EF4-FFF2-40B4-BE49-F238E27FC236}">
                <a16:creationId xmlns:a16="http://schemas.microsoft.com/office/drawing/2014/main" id="{7F7BE5F6-56D0-4E82-B9AB-E1E707A00BB2}"/>
              </a:ext>
            </a:extLst>
          </p:cNvPr>
          <p:cNvSpPr>
            <a:spLocks noGrp="1"/>
          </p:cNvSpPr>
          <p:nvPr>
            <p:ph type="body" idx="12" hasCustomPrompt="1"/>
          </p:nvPr>
        </p:nvSpPr>
        <p:spPr>
          <a:xfrm>
            <a:off x="3431248" y="4266698"/>
            <a:ext cx="5329238" cy="440681"/>
          </a:xfrm>
        </p:spPr>
        <p:txBody>
          <a:bodyPr anchor="ctr"/>
          <a:lstStyle>
            <a:lvl1pPr algn="ctr">
              <a:buNone/>
              <a:defRPr sz="2000" b="1" i="0">
                <a:solidFill>
                  <a:schemeClr val="bg1"/>
                </a:solidFill>
                <a:latin typeface="微软雅黑 Light"/>
                <a:ea typeface="微软雅黑 Light"/>
                <a:cs typeface="微软雅黑 Light"/>
              </a:defRPr>
            </a:lvl1pPr>
          </a:lstStyle>
          <a:p>
            <a:pPr>
              <a:buNone/>
            </a:pPr>
            <a:r>
              <a:t>电子信息与通信学院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E2733C61-8216-4B81-8E92-D7C6839AC68A}"/>
              </a:ext>
            </a:extLst>
          </p:cNvPr>
          <p:cNvSpPr>
            <a:spLocks noGrp="1"/>
          </p:cNvSpPr>
          <p:nvPr/>
        </p:nvSpPr>
        <p:spPr>
          <a:xfrm>
            <a:off x="383647" y="508498"/>
            <a:ext cx="144000" cy="144000"/>
          </a:xfrm>
          <a:prstGeom prst="rect">
            <a:avLst/>
          </a:prstGeom>
          <a:solidFill>
            <a:srgbClr val="FFFFFF"/>
          </a:solidFill>
          <a:ln w="12700" cmpd="sng">
            <a:solidFill>
              <a:srgbClr val="005BAC"/>
            </a:solidFill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9142FAE4-9786-4A46-BDEF-71076D530B5A}"/>
              </a:ext>
            </a:extLst>
          </p:cNvPr>
          <p:cNvSpPr>
            <a:spLocks noGrp="1"/>
          </p:cNvSpPr>
          <p:nvPr/>
        </p:nvSpPr>
        <p:spPr>
          <a:xfrm flipH="1">
            <a:off x="11664353" y="508498"/>
            <a:ext cx="144000" cy="144000"/>
          </a:xfrm>
          <a:prstGeom prst="rect">
            <a:avLst/>
          </a:prstGeom>
          <a:solidFill>
            <a:srgbClr val="FFFFFF"/>
          </a:solidFill>
          <a:ln w="12700" cmpd="sng">
            <a:solidFill>
              <a:srgbClr val="005BAC"/>
            </a:solidFill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BA4C046B-35ED-4F4B-B0F4-433B6A3B0A6C}"/>
              </a:ext>
            </a:extLst>
          </p:cNvPr>
          <p:cNvSpPr>
            <a:spLocks noGrp="1"/>
          </p:cNvSpPr>
          <p:nvPr/>
        </p:nvSpPr>
        <p:spPr>
          <a:xfrm>
            <a:off x="191344" y="305562"/>
            <a:ext cx="288000" cy="288000"/>
          </a:xfrm>
          <a:prstGeom prst="rect">
            <a:avLst/>
          </a:prstGeom>
          <a:solidFill>
            <a:srgbClr val="005BAC"/>
          </a:solidFill>
          <a:ln w="12700" cmpd="sng">
            <a:solidFill>
              <a:srgbClr val="005BAC"/>
            </a:solidFill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FA3A01FF-2F41-4BDE-96CD-D24A509B8DE8}"/>
              </a:ext>
            </a:extLst>
          </p:cNvPr>
          <p:cNvSpPr>
            <a:spLocks noGrp="1"/>
          </p:cNvSpPr>
          <p:nvPr/>
        </p:nvSpPr>
        <p:spPr>
          <a:xfrm flipH="1">
            <a:off x="11712656" y="305562"/>
            <a:ext cx="288000" cy="288000"/>
          </a:xfrm>
          <a:prstGeom prst="rect">
            <a:avLst/>
          </a:prstGeom>
          <a:solidFill>
            <a:srgbClr val="005BAC"/>
          </a:solidFill>
          <a:ln w="12700" cmpd="sng">
            <a:solidFill>
              <a:srgbClr val="005BAC"/>
            </a:solidFill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304" name="直接连接符 23"/>
          <p:cNvCxnSpPr>
            <a:stCxn id="14" idx="2"/>
            <a:endCxn id="15" idx="2"/>
          </p:cNvCxnSpPr>
          <p:nvPr/>
        </p:nvCxnSpPr>
        <p:spPr>
          <a:xfrm>
            <a:off x="455647" y="652498"/>
            <a:ext cx="11280706" cy="0"/>
          </a:xfrm>
          <a:prstGeom prst="line">
            <a:avLst/>
          </a:prstGeom>
          <a:ln w="6350" cap="flat">
            <a:solidFill>
              <a:srgbClr val="005BAD"/>
            </a:solidFill>
            <a:prstDash val="solid"/>
            <a:miter/>
          </a:ln>
        </p:spPr>
      </p:cxnSp>
      <p:pic>
        <p:nvPicPr>
          <p:cNvPr id="305" name="图片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4193" y="5877272"/>
            <a:ext cx="1203613" cy="914400"/>
          </a:xfrm>
          <a:prstGeom prst="rect">
            <a:avLst/>
          </a:prstGeom>
        </p:spPr>
      </p:pic>
      <p:sp>
        <p:nvSpPr>
          <p:cNvPr id="21" name="页脚占位符 136">
            <a:extLst>
              <a:ext uri="{FF2B5EF4-FFF2-40B4-BE49-F238E27FC236}">
                <a16:creationId xmlns:a16="http://schemas.microsoft.com/office/drawing/2014/main" id="{8B54C9D5-2C73-4D6E-90F9-33F606667DC9}"/>
              </a:ext>
            </a:extLst>
          </p:cNvPr>
          <p:cNvSpPr>
            <a:spLocks noGrp="1"/>
          </p:cNvSpPr>
          <p:nvPr/>
        </p:nvSpPr>
        <p:spPr>
          <a:xfrm>
            <a:off x="2895600" y="284390"/>
            <a:ext cx="6400800" cy="364987"/>
          </a:xfrm>
          <a:prstGeom prst="rect">
            <a:avLst/>
          </a:prstGeom>
        </p:spPr>
        <p:txBody>
          <a:bodyPr vert="horz" wrap="none" lIns="91440" tIns="45720" rIns="91440" bIns="45720" anchor="ctr"/>
          <a:lstStyle>
            <a:lvl1pPr marL="0">
              <a:buNone/>
              <a:defRPr sz="1000">
                <a:solidFill>
                  <a:schemeClr val="tx2"/>
                </a:solidFill>
                <a:latin typeface="+mn-lt"/>
                <a:ea typeface="+mn-lt"/>
                <a:cs typeface="+mn-lt"/>
              </a:defRPr>
            </a:lvl1pPr>
            <a:lvl2pPr marL="457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ctr">
              <a:buNone/>
            </a:pPr>
            <a:r>
              <a:rPr sz="1400">
                <a:solidFill>
                  <a:srgbClr val="005BAC"/>
                </a:solidFill>
                <a:latin typeface="微软雅黑"/>
                <a:ea typeface="微软雅黑"/>
                <a:cs typeface="微软雅黑"/>
              </a:rPr>
              <a:t>明德厚学 求是创新</a:t>
            </a:r>
          </a:p>
        </p:txBody>
      </p:sp>
      <p:sp>
        <p:nvSpPr>
          <p:cNvPr id="25" name="文本占位符 78">
            <a:extLst>
              <a:ext uri="{FF2B5EF4-FFF2-40B4-BE49-F238E27FC236}">
                <a16:creationId xmlns:a16="http://schemas.microsoft.com/office/drawing/2014/main" id="{A3195E40-966D-4383-8765-FC401833B074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2351451" y="2944162"/>
            <a:ext cx="7488832" cy="440681"/>
          </a:xfrm>
        </p:spPr>
        <p:txBody>
          <a:bodyPr anchor="ctr"/>
          <a:lstStyle>
            <a:lvl1pPr algn="ctr">
              <a:buNone/>
              <a:defRPr sz="2400" b="1" i="0">
                <a:solidFill>
                  <a:schemeClr val="bg1"/>
                </a:solidFill>
                <a:latin typeface="微软雅黑 Light"/>
                <a:ea typeface="微软雅黑 Light"/>
                <a:cs typeface="微软雅黑 Light"/>
              </a:defRPr>
            </a:lvl1pPr>
          </a:lstStyle>
          <a:p>
            <a:pPr>
              <a:buNone/>
            </a:pPr>
            <a:r>
              <a:t>编辑副标题</a:t>
            </a:r>
          </a:p>
        </p:txBody>
      </p:sp>
      <p:sp>
        <p:nvSpPr>
          <p:cNvPr id="26" name="文本占位符 78">
            <a:extLst>
              <a:ext uri="{FF2B5EF4-FFF2-40B4-BE49-F238E27FC236}">
                <a16:creationId xmlns:a16="http://schemas.microsoft.com/office/drawing/2014/main" id="{FC7891A1-B4C6-46BD-A955-71C3D974ABE0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3431248" y="3732590"/>
            <a:ext cx="5329238" cy="440681"/>
          </a:xfrm>
        </p:spPr>
        <p:txBody>
          <a:bodyPr anchor="ctr"/>
          <a:lstStyle>
            <a:lvl1pPr algn="ctr">
              <a:buNone/>
              <a:defRPr sz="2400" b="1" i="0">
                <a:solidFill>
                  <a:schemeClr val="bg1"/>
                </a:solidFill>
                <a:latin typeface="微软雅黑 Light"/>
                <a:ea typeface="微软雅黑 Light"/>
                <a:cs typeface="微软雅黑 Light"/>
              </a:defRPr>
            </a:lvl1pPr>
          </a:lstStyle>
          <a:p>
            <a:pPr>
              <a:buNone/>
            </a:pPr>
            <a:r>
              <a:t>xxx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64" name="Straight Arrow Connector 4"/>
          <p:cNvCxnSpPr/>
          <p:nvPr/>
        </p:nvCxnSpPr>
        <p:spPr>
          <a:xfrm>
            <a:off x="-1145117" y="6303964"/>
            <a:ext cx="960967" cy="1587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5" name="Straight Arrow Connector 5"/>
          <p:cNvCxnSpPr/>
          <p:nvPr/>
        </p:nvCxnSpPr>
        <p:spPr>
          <a:xfrm>
            <a:off x="472017" y="7010400"/>
            <a:ext cx="0" cy="360363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6" name="Straight Arrow Connector 7"/>
          <p:cNvCxnSpPr/>
          <p:nvPr/>
        </p:nvCxnSpPr>
        <p:spPr>
          <a:xfrm>
            <a:off x="11703051" y="7010400"/>
            <a:ext cx="0" cy="360363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7" name="Straight Arrow Connector 8"/>
          <p:cNvCxnSpPr/>
          <p:nvPr/>
        </p:nvCxnSpPr>
        <p:spPr>
          <a:xfrm>
            <a:off x="-1145117" y="1258889"/>
            <a:ext cx="960967" cy="1587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8" name="Straight Arrow Connector 9"/>
          <p:cNvCxnSpPr/>
          <p:nvPr/>
        </p:nvCxnSpPr>
        <p:spPr>
          <a:xfrm>
            <a:off x="-1145117" y="763589"/>
            <a:ext cx="960967" cy="1587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9" name="Straight Arrow Connector 10"/>
          <p:cNvCxnSpPr/>
          <p:nvPr/>
        </p:nvCxnSpPr>
        <p:spPr>
          <a:xfrm>
            <a:off x="5856817" y="7010400"/>
            <a:ext cx="0" cy="360363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0" name="Straight Arrow Connector 11"/>
          <p:cNvCxnSpPr/>
          <p:nvPr/>
        </p:nvCxnSpPr>
        <p:spPr>
          <a:xfrm>
            <a:off x="6335184" y="7010400"/>
            <a:ext cx="0" cy="360363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6">
            <a:extLst>
              <a:ext uri="{FF2B5EF4-FFF2-40B4-BE49-F238E27FC236}">
                <a16:creationId xmlns:a16="http://schemas.microsoft.com/office/drawing/2014/main" id="{960A2AB8-24E5-402F-BD05-4E4F7773E26C}"/>
              </a:ext>
            </a:extLst>
          </p:cNvPr>
          <p:cNvSpPr>
            <a:spLocks noGrp="1"/>
          </p:cNvSpPr>
          <p:nvPr/>
        </p:nvSpPr>
        <p:spPr>
          <a:xfrm>
            <a:off x="-2423583" y="6581776"/>
            <a:ext cx="2239433" cy="27622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 algn="r">
              <a:spcAft>
                <a:spcPts val="300"/>
              </a:spcAft>
              <a:buNone/>
            </a:pPr>
            <a:r>
              <a:rPr sz="9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White markers indicate position of  Drawing Guides</a:t>
            </a:r>
          </a:p>
        </p:txBody>
      </p:sp>
      <p:sp>
        <p:nvSpPr>
          <p:cNvPr id="14" name="TextBox 17">
            <a:extLst>
              <a:ext uri="{FF2B5EF4-FFF2-40B4-BE49-F238E27FC236}">
                <a16:creationId xmlns:a16="http://schemas.microsoft.com/office/drawing/2014/main" id="{816D9D75-5ED9-438D-BAFB-60E52F4EEC7C}"/>
              </a:ext>
            </a:extLst>
          </p:cNvPr>
          <p:cNvSpPr>
            <a:spLocks noGrp="1"/>
          </p:cNvSpPr>
          <p:nvPr/>
        </p:nvSpPr>
        <p:spPr>
          <a:xfrm>
            <a:off x="-1255183" y="896938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7.40 cm</a:t>
            </a:r>
          </a:p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2.91 Inches</a:t>
            </a:r>
          </a:p>
        </p:txBody>
      </p:sp>
      <p:sp>
        <p:nvSpPr>
          <p:cNvPr id="15" name="TextBox 18">
            <a:extLst>
              <a:ext uri="{FF2B5EF4-FFF2-40B4-BE49-F238E27FC236}">
                <a16:creationId xmlns:a16="http://schemas.microsoft.com/office/drawing/2014/main" id="{C72E5887-D42D-4561-8490-9D84415B44D5}"/>
              </a:ext>
            </a:extLst>
          </p:cNvPr>
          <p:cNvSpPr>
            <a:spLocks noGrp="1"/>
          </p:cNvSpPr>
          <p:nvPr/>
        </p:nvSpPr>
        <p:spPr>
          <a:xfrm>
            <a:off x="-1255183" y="1504950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6.00 cm</a:t>
            </a:r>
          </a:p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2.36 Inches</a:t>
            </a:r>
          </a:p>
        </p:txBody>
      </p:sp>
      <p:sp>
        <p:nvSpPr>
          <p:cNvPr id="16" name="TextBox 19">
            <a:extLst>
              <a:ext uri="{FF2B5EF4-FFF2-40B4-BE49-F238E27FC236}">
                <a16:creationId xmlns:a16="http://schemas.microsoft.com/office/drawing/2014/main" id="{280CC5A8-EF79-4781-8053-815653A129D1}"/>
              </a:ext>
            </a:extLst>
          </p:cNvPr>
          <p:cNvSpPr>
            <a:spLocks noGrp="1"/>
          </p:cNvSpPr>
          <p:nvPr/>
        </p:nvSpPr>
        <p:spPr>
          <a:xfrm>
            <a:off x="-1255183" y="5921375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b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8.00 cm</a:t>
            </a:r>
          </a:p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3.15 Inches</a:t>
            </a:r>
          </a:p>
        </p:txBody>
      </p:sp>
      <p:sp>
        <p:nvSpPr>
          <p:cNvPr id="17" name="TextBox 20">
            <a:extLst>
              <a:ext uri="{FF2B5EF4-FFF2-40B4-BE49-F238E27FC236}">
                <a16:creationId xmlns:a16="http://schemas.microsoft.com/office/drawing/2014/main" id="{C356099A-FA8D-405D-8BCC-EDFB94BFD4DC}"/>
              </a:ext>
            </a:extLst>
          </p:cNvPr>
          <p:cNvSpPr>
            <a:spLocks noGrp="1"/>
          </p:cNvSpPr>
          <p:nvPr/>
        </p:nvSpPr>
        <p:spPr>
          <a:xfrm>
            <a:off x="478368" y="7067550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11.70 cm</a:t>
            </a:r>
          </a:p>
          <a:p>
            <a:pPr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 4.61 inches</a:t>
            </a:r>
          </a:p>
        </p:txBody>
      </p:sp>
      <p:sp>
        <p:nvSpPr>
          <p:cNvPr id="18" name="TextBox 21">
            <a:extLst>
              <a:ext uri="{FF2B5EF4-FFF2-40B4-BE49-F238E27FC236}">
                <a16:creationId xmlns:a16="http://schemas.microsoft.com/office/drawing/2014/main" id="{BB9E398F-52CB-4C46-8B02-3DE0A6B13E08}"/>
              </a:ext>
            </a:extLst>
          </p:cNvPr>
          <p:cNvSpPr>
            <a:spLocks noGrp="1"/>
          </p:cNvSpPr>
          <p:nvPr/>
        </p:nvSpPr>
        <p:spPr>
          <a:xfrm>
            <a:off x="4770968" y="7067550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0.50 cm </a:t>
            </a:r>
          </a:p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0.2 inches </a:t>
            </a:r>
          </a:p>
        </p:txBody>
      </p:sp>
      <p:sp>
        <p:nvSpPr>
          <p:cNvPr id="19" name="TextBox 22">
            <a:extLst>
              <a:ext uri="{FF2B5EF4-FFF2-40B4-BE49-F238E27FC236}">
                <a16:creationId xmlns:a16="http://schemas.microsoft.com/office/drawing/2014/main" id="{B47805AC-2EF0-441C-97BB-E71FEE2AC1F2}"/>
              </a:ext>
            </a:extLst>
          </p:cNvPr>
          <p:cNvSpPr>
            <a:spLocks noGrp="1"/>
          </p:cNvSpPr>
          <p:nvPr/>
        </p:nvSpPr>
        <p:spPr>
          <a:xfrm>
            <a:off x="6350001" y="7067550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spcAft>
                <a:spcPts val="300"/>
              </a:spcAft>
              <a:buChar char="ß"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0.50 cm</a:t>
            </a:r>
          </a:p>
          <a:p>
            <a:pPr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 0.2 inches</a:t>
            </a:r>
          </a:p>
        </p:txBody>
      </p:sp>
      <p:sp>
        <p:nvSpPr>
          <p:cNvPr id="20" name="TextBox 23">
            <a:extLst>
              <a:ext uri="{FF2B5EF4-FFF2-40B4-BE49-F238E27FC236}">
                <a16:creationId xmlns:a16="http://schemas.microsoft.com/office/drawing/2014/main" id="{FAE8641A-FC9E-470B-9C29-AE3021BF1275}"/>
              </a:ext>
            </a:extLst>
          </p:cNvPr>
          <p:cNvSpPr>
            <a:spLocks noGrp="1"/>
          </p:cNvSpPr>
          <p:nvPr/>
        </p:nvSpPr>
        <p:spPr>
          <a:xfrm>
            <a:off x="10627785" y="7067550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11.70 cm </a:t>
            </a:r>
          </a:p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 4.61 inches </a:t>
            </a:r>
          </a:p>
        </p:txBody>
      </p:sp>
      <p:cxnSp>
        <p:nvCxnSpPr>
          <p:cNvPr id="479" name="Straight Arrow Connector 20"/>
          <p:cNvCxnSpPr/>
          <p:nvPr/>
        </p:nvCxnSpPr>
        <p:spPr>
          <a:xfrm rot="5400000" flipH="1" flipV="1">
            <a:off x="-296863" y="1308630"/>
            <a:ext cx="92075" cy="2117"/>
          </a:xfrm>
          <a:prstGeom prst="straightConnector1">
            <a:avLst/>
          </a:prstGeom>
          <a:ln w="3175">
            <a:solidFill>
              <a:schemeClr val="bg1"/>
            </a:solidFill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0" name="Straight Arrow Connector 21"/>
          <p:cNvCxnSpPr/>
          <p:nvPr/>
        </p:nvCxnSpPr>
        <p:spPr>
          <a:xfrm rot="5400000" flipH="1" flipV="1">
            <a:off x="-296863" y="811743"/>
            <a:ext cx="92075" cy="2117"/>
          </a:xfrm>
          <a:prstGeom prst="straightConnector1">
            <a:avLst/>
          </a:prstGeom>
          <a:ln w="3175">
            <a:solidFill>
              <a:schemeClr val="bg1"/>
            </a:solidFill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1" name="Straight Arrow Connector 22"/>
          <p:cNvCxnSpPr/>
          <p:nvPr/>
        </p:nvCxnSpPr>
        <p:spPr>
          <a:xfrm rot="5400000" flipH="1" flipV="1">
            <a:off x="-296863" y="6240993"/>
            <a:ext cx="92075" cy="2117"/>
          </a:xfrm>
          <a:prstGeom prst="straightConnector1">
            <a:avLst/>
          </a:prstGeom>
          <a:ln w="3175">
            <a:solidFill>
              <a:schemeClr val="bg1"/>
            </a:solidFill>
            <a:headEnd type="arrow" w="med" len="sm"/>
            <a:tailEnd type="none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AutoShape 4">
            <a:extLst>
              <a:ext uri="{FF2B5EF4-FFF2-40B4-BE49-F238E27FC236}">
                <a16:creationId xmlns:a16="http://schemas.microsoft.com/office/drawing/2014/main" id="{4CD9ABC4-8223-4F02-ACB0-D63D0B95EECF}"/>
              </a:ext>
            </a:extLst>
          </p:cNvPr>
          <p:cNvSpPr>
            <a:spLocks noGrp="1"/>
          </p:cNvSpPr>
          <p:nvPr/>
        </p:nvSpPr>
        <p:spPr>
          <a:xfrm>
            <a:off x="-2055284" y="0"/>
            <a:ext cx="1871133" cy="692497"/>
          </a:xfrm>
          <a:prstGeom prst="rect">
            <a:avLst/>
          </a:prstGeom>
          <a:noFill/>
          <a:ln w="12700">
            <a:noFill/>
          </a:ln>
        </p:spPr>
        <p:txBody>
          <a:bodyPr lIns="0" tIns="0" rIns="0" bIns="0">
            <a:spAutoFit/>
          </a:bodyPr>
          <a:lstStyle/>
          <a:p>
            <a:pPr>
              <a:buNone/>
            </a:pPr>
            <a:r>
              <a:rPr sz="7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To view  drawing guides:</a:t>
            </a:r>
          </a:p>
          <a:p>
            <a:pPr>
              <a:buNone/>
            </a:pPr>
            <a:endParaRPr sz="70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  <a:p>
            <a:pPr marL="180975" indent="-180975">
              <a:buAutoNum type="arabicPeriod"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Right-click on slide and select ’Grid and Guides...’</a:t>
            </a:r>
          </a:p>
          <a:p>
            <a:pPr marL="180975" indent="-180975">
              <a:buAutoNum type="arabicPeriod"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Check ’Display drawing guides on screen’</a:t>
            </a:r>
          </a:p>
          <a:p>
            <a:pPr marL="180975" indent="-180975">
              <a:buAutoNum type="arabicPeriod"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Select ’OK’</a:t>
            </a:r>
          </a:p>
        </p:txBody>
      </p:sp>
      <p:sp>
        <p:nvSpPr>
          <p:cNvPr id="64" name="内容占位符 3">
            <a:extLst>
              <a:ext uri="{FF2B5EF4-FFF2-40B4-BE49-F238E27FC236}">
                <a16:creationId xmlns:a16="http://schemas.microsoft.com/office/drawing/2014/main" id="{D7011FCB-A859-4BFD-83F2-0660B72F7BA4}"/>
              </a:ext>
            </a:extLst>
          </p:cNvPr>
          <p:cNvSpPr>
            <a:spLocks noGrp="1"/>
          </p:cNvSpPr>
          <p:nvPr>
            <p:ph idx="17"/>
          </p:nvPr>
        </p:nvSpPr>
        <p:spPr>
          <a:xfrm>
            <a:off x="477838" y="1066523"/>
            <a:ext cx="11231562" cy="5317329"/>
          </a:xfrm>
        </p:spPr>
        <p:txBody>
          <a:bodyPr vert="horz" lIns="91440" tIns="45720" rIns="91440" bIns="45720">
            <a:normAutofit/>
          </a:bodyPr>
          <a:lstStyle>
            <a:lvl1pPr marL="0" indent="0" algn="l">
              <a:lnSpc>
                <a:spcPct val="150000"/>
              </a:lnSpc>
              <a:spcBef>
                <a:spcPts val="15"/>
              </a:spcBef>
              <a:buNone/>
              <a:defRPr sz="2000" b="0" i="0">
                <a:solidFill>
                  <a:schemeClr val="tx2"/>
                </a:solidFill>
                <a:latin typeface="微软雅黑"/>
                <a:ea typeface="微软雅黑"/>
                <a:cs typeface="微软雅黑"/>
              </a:defRPr>
            </a:lvl1pPr>
            <a:lvl2pPr marL="179705" indent="-179705" algn="l">
              <a:lnSpc>
                <a:spcPct val="150000"/>
              </a:lnSpc>
              <a:spcBef>
                <a:spcPts val="400"/>
              </a:spcBef>
              <a:buChar char="n"/>
              <a:defRPr sz="1800" b="0" i="0">
                <a:solidFill>
                  <a:schemeClr val="tx2"/>
                </a:solidFill>
                <a:latin typeface="微软雅黑"/>
                <a:ea typeface="微软雅黑"/>
                <a:cs typeface="微软雅黑"/>
              </a:defRPr>
            </a:lvl2pPr>
            <a:lvl3pPr marL="358775" indent="-179705" algn="l">
              <a:lnSpc>
                <a:spcPct val="150000"/>
              </a:lnSpc>
              <a:spcBef>
                <a:spcPts val="400"/>
              </a:spcBef>
              <a:buChar char="n"/>
              <a:defRPr b="0" i="0">
                <a:solidFill>
                  <a:schemeClr val="tx2"/>
                </a:solidFill>
                <a:latin typeface="微软雅黑"/>
                <a:ea typeface="微软雅黑"/>
                <a:cs typeface="微软雅黑"/>
              </a:defRPr>
            </a:lvl3pPr>
            <a:lvl4pPr marL="539750" indent="-179705" algn="l">
              <a:lnSpc>
                <a:spcPct val="150000"/>
              </a:lnSpc>
              <a:spcBef>
                <a:spcPts val="400"/>
              </a:spcBef>
              <a:buChar char="n"/>
              <a:defRPr sz="1400" b="0" i="0">
                <a:solidFill>
                  <a:schemeClr val="tx2"/>
                </a:solidFill>
                <a:latin typeface="微软雅黑"/>
                <a:ea typeface="微软雅黑"/>
                <a:cs typeface="微软雅黑"/>
              </a:defRPr>
            </a:lvl4pPr>
            <a:lvl5pPr marL="2114550" indent="-285750">
              <a:buChar char="n"/>
              <a:defRPr sz="1400" b="0" i="0">
                <a:solidFill>
                  <a:schemeClr val="tx2"/>
                </a:solidFill>
                <a:latin typeface="等线"/>
                <a:ea typeface="等线"/>
                <a:cs typeface="等线"/>
              </a:defRPr>
            </a:lvl5pPr>
          </a:lstStyle>
          <a:p>
            <a:pPr marL="0" indent="0" algn="l">
              <a:lnSpc>
                <a:spcPct val="100000"/>
              </a:lnSpc>
              <a:spcBef>
                <a:spcPts val="15"/>
              </a:spcBef>
              <a:spcAft>
                <a:spcPts val="0"/>
              </a:spcAft>
              <a:buNone/>
            </a:pPr>
            <a:r>
              <a:rPr sz="1800" b="0" i="0" u="none" cap="none">
                <a:ln>
                  <a:noFill/>
                </a:ln>
                <a:solidFill>
                  <a:srgbClr val="002776"/>
                </a:solidFill>
                <a:latin typeface="等线"/>
                <a:ea typeface="等线"/>
                <a:cs typeface="等线"/>
              </a:rPr>
              <a:t>单击此处编辑母版文本样式</a:t>
            </a:r>
          </a:p>
          <a:p>
            <a:pPr marL="179705" indent="-179705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har char="n"/>
            </a:pPr>
            <a:r>
              <a:rPr sz="1800" b="0" i="0" u="none" cap="none">
                <a:ln>
                  <a:noFill/>
                </a:ln>
                <a:solidFill>
                  <a:srgbClr val="002776"/>
                </a:solidFill>
                <a:latin typeface="等线"/>
                <a:ea typeface="等线"/>
                <a:cs typeface="等线"/>
              </a:rPr>
              <a:t>第二级</a:t>
            </a:r>
          </a:p>
          <a:p>
            <a:pPr marL="358775" indent="-179705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har char="n"/>
            </a:pPr>
            <a:r>
              <a:rPr sz="1600" b="0" i="0" u="none" cap="none">
                <a:ln>
                  <a:noFill/>
                </a:ln>
                <a:solidFill>
                  <a:srgbClr val="002776"/>
                </a:solidFill>
                <a:latin typeface="等线"/>
                <a:ea typeface="等线"/>
                <a:cs typeface="等线"/>
              </a:rPr>
              <a:t>第三级</a:t>
            </a:r>
          </a:p>
          <a:p>
            <a:pPr marL="539750" indent="-179705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har char="n"/>
            </a:pPr>
            <a:r>
              <a:rPr sz="1600" b="0" i="0" u="none" cap="none">
                <a:ln>
                  <a:noFill/>
                </a:ln>
                <a:solidFill>
                  <a:srgbClr val="002776"/>
                </a:solidFill>
                <a:latin typeface="等线"/>
                <a:ea typeface="等线"/>
                <a:cs typeface="等线"/>
              </a:rPr>
              <a:t>第四级</a:t>
            </a: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A06F666D-3D77-45CE-9E36-7D43AAB1AFBF}"/>
              </a:ext>
            </a:extLst>
          </p:cNvPr>
          <p:cNvSpPr>
            <a:spLocks noGrp="1"/>
          </p:cNvSpPr>
          <p:nvPr/>
        </p:nvSpPr>
        <p:spPr>
          <a:xfrm>
            <a:off x="383647" y="508498"/>
            <a:ext cx="144000" cy="144000"/>
          </a:xfrm>
          <a:prstGeom prst="rect">
            <a:avLst/>
          </a:prstGeom>
          <a:solidFill>
            <a:srgbClr val="FFFFFF"/>
          </a:solidFill>
          <a:ln w="12700" cmpd="sng">
            <a:solidFill>
              <a:srgbClr val="005BAC"/>
            </a:solidFill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4A9F9444-981D-482B-B1B1-E6B8B90BD969}"/>
              </a:ext>
            </a:extLst>
          </p:cNvPr>
          <p:cNvSpPr>
            <a:spLocks noGrp="1"/>
          </p:cNvSpPr>
          <p:nvPr/>
        </p:nvSpPr>
        <p:spPr>
          <a:xfrm>
            <a:off x="191344" y="305562"/>
            <a:ext cx="288000" cy="288000"/>
          </a:xfrm>
          <a:prstGeom prst="rect">
            <a:avLst/>
          </a:prstGeom>
          <a:solidFill>
            <a:srgbClr val="005BAC"/>
          </a:solidFill>
          <a:ln w="12700" cmpd="sng">
            <a:solidFill>
              <a:srgbClr val="005BAC"/>
            </a:solidFill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日期占位符 135">
            <a:extLst>
              <a:ext uri="{FF2B5EF4-FFF2-40B4-BE49-F238E27FC236}">
                <a16:creationId xmlns:a16="http://schemas.microsoft.com/office/drawing/2014/main" id="{AEAC94EA-4735-4835-8D0B-6AF5E5DBC1BE}"/>
              </a:ext>
            </a:extLst>
          </p:cNvPr>
          <p:cNvSpPr>
            <a:spLocks noGrp="1"/>
          </p:cNvSpPr>
          <p:nvPr/>
        </p:nvSpPr>
        <p:spPr>
          <a:xfrm>
            <a:off x="9048328" y="6555494"/>
            <a:ext cx="2883976" cy="267573"/>
          </a:xfrm>
          <a:prstGeom prst="rect">
            <a:avLst/>
          </a:prstGeom>
        </p:spPr>
        <p:txBody>
          <a:bodyPr anchor="ctr"/>
          <a:lstStyle>
            <a:lvl1pPr marL="0" algn="r">
              <a:buNone/>
              <a:defRPr sz="1000">
                <a:solidFill>
                  <a:schemeClr val="tx2"/>
                </a:solidFill>
                <a:latin typeface="+mn-lt"/>
                <a:ea typeface="+mn-lt"/>
                <a:cs typeface="+mn-lt"/>
              </a:defRPr>
            </a:lvl1pPr>
            <a:lvl2pPr marL="457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>
              <a:buNone/>
            </a:pPr>
            <a:r>
              <a:rPr>
                <a:solidFill>
                  <a:srgbClr val="005BAD">
                    <a:alpha val="75000"/>
                  </a:srgbClr>
                </a:solidFill>
                <a:latin typeface="微软雅黑"/>
                <a:ea typeface="微软雅黑"/>
                <a:cs typeface="微软雅黑"/>
              </a:rPr>
              <a:t>华中科技大学电子信息与通信学院</a:t>
            </a:r>
          </a:p>
        </p:txBody>
      </p:sp>
      <p:sp>
        <p:nvSpPr>
          <p:cNvPr id="60" name="页脚占位符 136">
            <a:extLst>
              <a:ext uri="{FF2B5EF4-FFF2-40B4-BE49-F238E27FC236}">
                <a16:creationId xmlns:a16="http://schemas.microsoft.com/office/drawing/2014/main" id="{0E878418-DF82-4DAF-B41B-267BBB6CF5A0}"/>
              </a:ext>
            </a:extLst>
          </p:cNvPr>
          <p:cNvSpPr>
            <a:spLocks noGrp="1"/>
          </p:cNvSpPr>
          <p:nvPr/>
        </p:nvSpPr>
        <p:spPr>
          <a:xfrm>
            <a:off x="187688" y="6552438"/>
            <a:ext cx="2880000" cy="27368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marL="0">
              <a:buNone/>
              <a:defRPr sz="1000">
                <a:solidFill>
                  <a:schemeClr val="tx2"/>
                </a:solidFill>
                <a:latin typeface="+mn-lt"/>
                <a:ea typeface="+mn-lt"/>
                <a:cs typeface="+mn-lt"/>
              </a:defRPr>
            </a:lvl1pPr>
            <a:lvl2pPr marL="457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r>
              <a:rPr>
                <a:solidFill>
                  <a:srgbClr val="005BAD">
                    <a:alpha val="75000"/>
                  </a:srgbClr>
                </a:solidFill>
                <a:latin typeface="微软雅黑"/>
                <a:ea typeface="微软雅黑"/>
                <a:cs typeface="微软雅黑"/>
              </a:rPr>
              <a:t>明德厚学 求是创新</a:t>
            </a:r>
          </a:p>
        </p:txBody>
      </p:sp>
      <p:sp>
        <p:nvSpPr>
          <p:cNvPr id="61" name="Slide Number Placeholder 5">
            <a:extLst>
              <a:ext uri="{FF2B5EF4-FFF2-40B4-BE49-F238E27FC236}">
                <a16:creationId xmlns:a16="http://schemas.microsoft.com/office/drawing/2014/main" id="{17029273-9C77-40E6-9DCD-4AEAEAF594B8}"/>
              </a:ext>
            </a:extLst>
          </p:cNvPr>
          <p:cNvSpPr>
            <a:spLocks noGrp="1"/>
          </p:cNvSpPr>
          <p:nvPr/>
        </p:nvSpPr>
        <p:spPr>
          <a:xfrm>
            <a:off x="5853936" y="6626574"/>
            <a:ext cx="480484" cy="125413"/>
          </a:xfrm>
          <a:prstGeom prst="rect">
            <a:avLst/>
          </a:prstGeom>
        </p:spPr>
        <p:txBody>
          <a:bodyPr vert="horz" lIns="0" tIns="0" rIns="0" bIns="0" anchor="b">
            <a:noAutofit/>
          </a:bodyPr>
          <a:lstStyle>
            <a:lvl1pPr marL="0" algn="l"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chemeClr val="tx2"/>
                </a:solidFill>
                <a:latin typeface="+mn-lt"/>
                <a:ea typeface="+mn-lt"/>
                <a:cs typeface="+mn-lt"/>
              </a:defRPr>
            </a:lvl1pPr>
            <a:lvl2pPr marL="457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ctr">
              <a:buNone/>
            </a:pPr>
            <a:fld id="{73DA0BB7-265A-403C-9275-D587AB510EDC}" type="slidenum">
              <a:rPr b="0">
                <a:solidFill>
                  <a:srgbClr val="005BAD">
                    <a:alpha val="75000"/>
                  </a:srgbClr>
                </a:solidFill>
                <a:latin typeface="微软雅黑"/>
                <a:ea typeface="微软雅黑"/>
                <a:cs typeface="微软雅黑"/>
              </a:rPr>
              <a:t>‹#›</a:t>
            </a:fld>
            <a:endParaRPr b="0">
              <a:solidFill>
                <a:srgbClr val="005BAD">
                  <a:alpha val="75000"/>
                </a:srgbClr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2" name="直接连接符 23">
            <a:extLst>
              <a:ext uri="{FF2B5EF4-FFF2-40B4-BE49-F238E27FC236}">
                <a16:creationId xmlns:a16="http://schemas.microsoft.com/office/drawing/2014/main" id="{E253B85C-8C1F-412F-9C7F-095F739F2DB1}"/>
              </a:ext>
            </a:extLst>
          </p:cNvPr>
          <p:cNvSpPr>
            <a:spLocks noGrp="1"/>
          </p:cNvSpPr>
          <p:nvPr/>
        </p:nvSpPr>
        <p:spPr>
          <a:xfrm>
            <a:off x="0" y="908720"/>
            <a:ext cx="12192000" cy="12363"/>
          </a:xfrm>
          <a:prstGeom prst="line">
            <a:avLst/>
          </a:prstGeom>
          <a:noFill/>
          <a:ln w="6350">
            <a:solidFill>
              <a:srgbClr val="005BAD">
                <a:alpha val="80000"/>
              </a:srgbClr>
            </a:solidFill>
            <a:prstDash val="solid"/>
          </a:ln>
        </p:spPr>
      </p:sp>
      <p:sp>
        <p:nvSpPr>
          <p:cNvPr id="63" name="直接连接符 23">
            <a:extLst>
              <a:ext uri="{FF2B5EF4-FFF2-40B4-BE49-F238E27FC236}">
                <a16:creationId xmlns:a16="http://schemas.microsoft.com/office/drawing/2014/main" id="{BD997483-1081-451E-8214-A9CE4E2AC154}"/>
              </a:ext>
            </a:extLst>
          </p:cNvPr>
          <p:cNvSpPr>
            <a:spLocks noGrp="1"/>
          </p:cNvSpPr>
          <p:nvPr/>
        </p:nvSpPr>
        <p:spPr>
          <a:xfrm>
            <a:off x="-2381" y="6512981"/>
            <a:ext cx="12192000" cy="12363"/>
          </a:xfrm>
          <a:prstGeom prst="line">
            <a:avLst/>
          </a:prstGeom>
          <a:noFill/>
          <a:ln w="6350">
            <a:solidFill>
              <a:srgbClr val="005BAD">
                <a:alpha val="75000"/>
              </a:srgbClr>
            </a:solidFill>
            <a:prstDash val="solid"/>
          </a:ln>
        </p:spPr>
      </p:sp>
      <p:sp>
        <p:nvSpPr>
          <p:cNvPr id="39" name="Title 1">
            <a:extLst>
              <a:ext uri="{FF2B5EF4-FFF2-40B4-BE49-F238E27FC236}">
                <a16:creationId xmlns:a16="http://schemas.microsoft.com/office/drawing/2014/main" id="{2F6DEA72-91AD-4351-9CAD-117F5BDD47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1647" y="395289"/>
            <a:ext cx="10209277" cy="430887"/>
          </a:xfrm>
        </p:spPr>
        <p:txBody>
          <a:bodyPr lIns="108000"/>
          <a:lstStyle>
            <a:lvl1pPr>
              <a:buNone/>
              <a:defRPr sz="2800" b="1">
                <a:latin typeface="微软雅黑"/>
                <a:ea typeface="微软雅黑"/>
                <a:cs typeface="微软雅黑"/>
              </a:defRPr>
            </a:lvl1pPr>
          </a:lstStyle>
          <a:p>
            <a:r>
              <a:t>单击此处编辑母版标题样式</a:t>
            </a:r>
          </a:p>
        </p:txBody>
      </p:sp>
      <p:pic>
        <p:nvPicPr>
          <p:cNvPr id="492" name="HUST Solid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9000" y="279400"/>
            <a:ext cx="952500" cy="594827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42F185F6-9137-4DFB-B797-3A9101BB7C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anchor="ctr">
            <a:normAutofit/>
          </a:bodyPr>
          <a:lstStyle/>
          <a:p>
            <a:r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53E79E5-3F5F-4ED2-8393-FB980B24AF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>
            <a:normAutofit/>
          </a:bodyPr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5FE5CCB-59CA-4982-9F85-C811B6D1BA90}"/>
              </a:ext>
            </a:extLst>
          </p:cNvPr>
          <p:cNvSpPr>
            <a:spLocks noGrp="1"/>
          </p:cNvSpPr>
          <p:nvPr>
            <p:ph type="dt" idx="2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>
            <a:lvl1pPr algn="l">
              <a:buNone/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t>2026-10-21</a:t>
            </a:fld>
            <a:endParaRPr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53843F2-921C-4A04-A4B2-C0C698A3A299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>
            <a:lvl1pPr algn="ctr">
              <a:buNone/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AF50A50-05BE-4F64-9B56-8F57DD8A58E8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>
            <a:lvl1pPr algn="r">
              <a:buNone/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>
        <a:lnSpc>
          <a:spcPct val="100000"/>
        </a:lnSpc>
        <a:buNone/>
        <a:defRPr sz="3600" b="0" u="none" cap="none" spc="300">
          <a:solidFill>
            <a:schemeClr val="tx1">
              <a:lumMod val="85000"/>
              <a:lumOff val="15000"/>
            </a:schemeClr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130000"/>
        </a:lnSpc>
        <a:spcBef>
          <a:spcPts val="0"/>
        </a:spcBef>
        <a:spcAft>
          <a:spcPts val="1000"/>
        </a:spcAft>
        <a:buChar char="●"/>
        <a:defRPr sz="1800" u="none" cap="none" spc="15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1pPr>
      <a:lvl2pPr marL="685800" indent="-228600" algn="l">
        <a:lnSpc>
          <a:spcPct val="120000"/>
        </a:lnSpc>
        <a:spcBef>
          <a:spcPts val="0"/>
        </a:spcBef>
        <a:spcAft>
          <a:spcPts val="600"/>
        </a:spcAft>
        <a:buChar char="●"/>
        <a:defRPr sz="1600" u="none" cap="none" spc="15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2pPr>
      <a:lvl3pPr marL="1143000" indent="-228600" algn="l">
        <a:lnSpc>
          <a:spcPct val="120000"/>
        </a:lnSpc>
        <a:spcBef>
          <a:spcPts val="0"/>
        </a:spcBef>
        <a:spcAft>
          <a:spcPts val="600"/>
        </a:spcAft>
        <a:buChar char="●"/>
        <a:defRPr sz="1600" u="none" cap="none" spc="15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3pPr>
      <a:lvl4pPr marL="1600200" indent="-228600" algn="l">
        <a:lnSpc>
          <a:spcPct val="120000"/>
        </a:lnSpc>
        <a:spcBef>
          <a:spcPts val="0"/>
        </a:spcBef>
        <a:spcAft>
          <a:spcPts val="300"/>
        </a:spcAft>
        <a:buChar char=""/>
        <a:defRPr sz="1400" u="none" cap="none" spc="15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4pPr>
      <a:lvl5pPr marL="2057400" indent="-228600" algn="l">
        <a:lnSpc>
          <a:spcPct val="120000"/>
        </a:lnSpc>
        <a:spcBef>
          <a:spcPts val="0"/>
        </a:spcBef>
        <a:spcAft>
          <a:spcPts val="300"/>
        </a:spcAft>
        <a:buChar char="•"/>
        <a:defRPr sz="1400" u="none" cap="none" spc="15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67512" y="283464"/>
            <a:ext cx="10058400" cy="43858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50" b="1" dirty="0" err="1">
                <a:solidFill>
                  <a:srgbClr val="0D569A"/>
                </a:solidFill>
                <a:latin typeface="Microsoft YaHei"/>
              </a:rPr>
              <a:t>FlashReFocus</a:t>
            </a:r>
            <a:endParaRPr sz="2850" b="1" dirty="0">
              <a:solidFill>
                <a:srgbClr val="0D569A"/>
              </a:solidFill>
              <a:latin typeface="Microsoft YaHe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777240" y="932688"/>
            <a:ext cx="10652760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800" b="0" dirty="0" err="1">
                <a:solidFill>
                  <a:srgbClr val="101F37"/>
                </a:solidFill>
                <a:latin typeface="Microsoft YaHei"/>
              </a:rPr>
              <a:t>先恢复一张清晰图，再选择对焦主体或背景；同一照片可反复调整</a:t>
            </a:r>
            <a:r>
              <a:rPr sz="1800" b="0" dirty="0">
                <a:solidFill>
                  <a:srgbClr val="101F37"/>
                </a:solidFill>
                <a:latin typeface="Microsoft YaHei"/>
              </a:rPr>
              <a:t>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257860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0D569A"/>
                </a:solidFill>
                <a:latin typeface="Microsoft YaHei"/>
              </a:rPr>
              <a:t>原始照片</a:t>
            </a:r>
          </a:p>
        </p:txBody>
      </p:sp>
      <p:pic>
        <p:nvPicPr>
          <p:cNvPr id="7" name="Picture 6" descr="h11-row1-col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810512"/>
            <a:ext cx="2578608" cy="1713454"/>
          </a:xfrm>
          <a:prstGeom prst="rect">
            <a:avLst/>
          </a:prstGeom>
        </p:spPr>
      </p:pic>
      <p:pic>
        <p:nvPicPr>
          <p:cNvPr id="8" name="Picture 7" descr="h11-row2-col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3639312"/>
            <a:ext cx="2578608" cy="170221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468319" y="1444752"/>
            <a:ext cx="257860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0D569A"/>
                </a:solidFill>
                <a:latin typeface="Microsoft YaHei"/>
              </a:rPr>
              <a:t>恢复后的清晰图</a:t>
            </a:r>
          </a:p>
        </p:txBody>
      </p:sp>
      <p:pic>
        <p:nvPicPr>
          <p:cNvPr id="10" name="Picture 9" descr="h11-row1-col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68319" y="1810512"/>
            <a:ext cx="2578608" cy="1709729"/>
          </a:xfrm>
          <a:prstGeom prst="rect">
            <a:avLst/>
          </a:prstGeom>
        </p:spPr>
      </p:pic>
      <p:pic>
        <p:nvPicPr>
          <p:cNvPr id="11" name="Picture 10" descr="h11-row2-col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68319" y="3639312"/>
            <a:ext cx="2578608" cy="169851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159398" y="1444752"/>
            <a:ext cx="257860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0D569A"/>
                </a:solidFill>
                <a:latin typeface="Microsoft YaHei"/>
              </a:rPr>
              <a:t>对焦人物</a:t>
            </a:r>
          </a:p>
        </p:txBody>
      </p:sp>
      <p:pic>
        <p:nvPicPr>
          <p:cNvPr id="13" name="Picture 12" descr="h11-row1-col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59398" y="1810512"/>
            <a:ext cx="2578608" cy="1694990"/>
          </a:xfrm>
          <a:prstGeom prst="rect">
            <a:avLst/>
          </a:prstGeom>
        </p:spPr>
      </p:pic>
      <p:pic>
        <p:nvPicPr>
          <p:cNvPr id="14" name="Picture 13" descr="h11-row2-col3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59398" y="3639312"/>
            <a:ext cx="2578608" cy="1683875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850477" y="1444752"/>
            <a:ext cx="257860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0D569A"/>
                </a:solidFill>
                <a:latin typeface="Microsoft YaHei"/>
              </a:rPr>
              <a:t>对焦背景</a:t>
            </a:r>
          </a:p>
        </p:txBody>
      </p:sp>
      <p:pic>
        <p:nvPicPr>
          <p:cNvPr id="16" name="Picture 15" descr="h11-row1-col4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850477" y="1810512"/>
            <a:ext cx="2578608" cy="1713454"/>
          </a:xfrm>
          <a:prstGeom prst="rect">
            <a:avLst/>
          </a:prstGeom>
        </p:spPr>
      </p:pic>
      <p:pic>
        <p:nvPicPr>
          <p:cNvPr id="17" name="Picture 16" descr="h11-row2-col4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850477" y="3639312"/>
            <a:ext cx="2578608" cy="170221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5522976"/>
            <a:ext cx="1065276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800" b="0" dirty="0" err="1">
                <a:solidFill>
                  <a:srgbClr val="101F37"/>
                </a:solidFill>
                <a:latin typeface="Microsoft YaHei"/>
              </a:rPr>
              <a:t>更换焦点时只运行轻量渲染器，无需再次恢复整张图像</a:t>
            </a:r>
            <a:r>
              <a:rPr sz="1800" b="0" dirty="0">
                <a:solidFill>
                  <a:srgbClr val="101F37"/>
                </a:solidFill>
                <a:latin typeface="Microsoft YaHei"/>
              </a:rPr>
              <a:t>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67512" y="283464"/>
            <a:ext cx="10058400" cy="43858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50" b="1" dirty="0" err="1">
                <a:solidFill>
                  <a:srgbClr val="0D569A"/>
                </a:solidFill>
                <a:latin typeface="Microsoft YaHei"/>
              </a:rPr>
              <a:t>原理</a:t>
            </a:r>
            <a:endParaRPr sz="2850" b="1" dirty="0">
              <a:solidFill>
                <a:srgbClr val="0D569A"/>
              </a:solidFill>
              <a:latin typeface="Microsoft YaHe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777240" y="941832"/>
            <a:ext cx="106527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800" b="0">
                <a:solidFill>
                  <a:srgbClr val="0D569A"/>
                </a:solidFill>
                <a:latin typeface="Microsoft YaHei"/>
              </a:rPr>
              <a:t>一次恢复清晰图  →  估计深度、确定焦点  →  轻量网络生成虚化</a:t>
            </a:r>
          </a:p>
        </p:txBody>
      </p:sp>
      <p:pic>
        <p:nvPicPr>
          <p:cNvPr id="6" name="Picture 5" descr="fig2-overvi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527048"/>
            <a:ext cx="10652760" cy="435457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5934456"/>
            <a:ext cx="6943645" cy="26161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0" dirty="0" err="1">
                <a:solidFill>
                  <a:srgbClr val="101F37"/>
                </a:solidFill>
                <a:latin typeface="Microsoft YaHei"/>
              </a:rPr>
              <a:t>注意力偏向离焦程度相近的位置；深度估计偏差仍会影响虚化结果</a:t>
            </a:r>
            <a:r>
              <a:rPr sz="1700" b="0" dirty="0">
                <a:solidFill>
                  <a:srgbClr val="101F37"/>
                </a:solidFill>
                <a:latin typeface="Microsoft YaHei"/>
              </a:rPr>
              <a:t>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00216"/>
            <a:ext cx="5318760" cy="1384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dirty="0" err="1">
                <a:solidFill>
                  <a:srgbClr val="5B6D82"/>
                </a:solidFill>
                <a:latin typeface="Microsoft YaHei"/>
              </a:rPr>
              <a:t>图源：FlashReFocus，Fig</a:t>
            </a:r>
            <a:r>
              <a:rPr sz="900" b="0" dirty="0">
                <a:solidFill>
                  <a:srgbClr val="5B6D82"/>
                </a:solidFill>
                <a:latin typeface="Microsoft YaHei"/>
              </a:rPr>
              <a:t>. 2（裁去训练图例）；</a:t>
            </a:r>
            <a:r>
              <a:rPr sz="900" b="0" dirty="0" err="1">
                <a:solidFill>
                  <a:srgbClr val="5B6D82"/>
                </a:solidFill>
                <a:latin typeface="Microsoft YaHei"/>
              </a:rPr>
              <a:t>流程解释见讲稿</a:t>
            </a:r>
            <a:r>
              <a:rPr sz="900" b="0" dirty="0">
                <a:solidFill>
                  <a:srgbClr val="5B6D82"/>
                </a:solidFill>
                <a:latin typeface="Microsoft YaHei"/>
              </a:rPr>
              <a:t>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283464"/>
            <a:ext cx="10058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50" b="1">
                <a:solidFill>
                  <a:srgbClr val="0D569A"/>
                </a:solidFill>
                <a:latin typeface="Microsoft YaHei"/>
              </a:rPr>
              <a:t>ATB 条件核验：几何只经离焦图起作用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5522976"/>
            <a:ext cx="10652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01F37"/>
                </a:solidFill>
                <a:latin typeface="Microsoft YaHei"/>
              </a:rPr>
              <a:t>分区标签改成全 0 / 全 3，输出逐位不变；只改离焦图，鸭头即有响应。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417320"/>
          <a:ext cx="630936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/>
                <a:gridCol w="1965960"/>
                <a:gridCol w="1600200"/>
                <a:gridCol w="1143000"/>
              </a:tblGrid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YaHei"/>
                        </a:rPr>
                        <a:t>条件</a:t>
                      </a:r>
                    </a:p>
                  </a:txBody>
                  <a:tcPr anchor="ctr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YaHei"/>
                        </a:rPr>
                        <a:t>改动内容</a:t>
                      </a:r>
                    </a:p>
                  </a:txBody>
                  <a:tcPr anchor="ctr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YaHei"/>
                        </a:rPr>
                        <a:t>输出不同字节数</a:t>
                      </a:r>
                    </a:p>
                  </a:txBody>
                  <a:tcPr anchor="ctr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YaHei"/>
                        </a:rPr>
                        <a:t>受影响帧</a:t>
                      </a:r>
                    </a:p>
                  </a:txBody>
                  <a:tcPr anchor="ctr">
                    <a:solidFill>
                      <a:srgbClr val="0D569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Microsoft YaHei"/>
                        </a:rPr>
                        <a:t>原版重复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Microsoft YaHei"/>
                        </a:rPr>
                        <a:t>无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Microsoft YaHei"/>
                        </a:rPr>
                        <a:t>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Microsoft YaHei"/>
                        </a:rPr>
                        <a:t>无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Microsoft YaHei"/>
                        </a:rPr>
                        <a:t>分区标签全 0</a:t>
                      </a:r>
                    </a:p>
                  </a:txBody>
                  <a:tcPr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Microsoft YaHei"/>
                        </a:rPr>
                        <a:t>仅 MPI 标签</a:t>
                      </a:r>
                    </a:p>
                  </a:txBody>
                  <a:tcPr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Microsoft YaHei"/>
                        </a:rPr>
                        <a:t>0</a:t>
                      </a:r>
                    </a:p>
                  </a:txBody>
                  <a:tcPr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Microsoft YaHei"/>
                        </a:rPr>
                        <a:t>无</a:t>
                      </a:r>
                    </a:p>
                  </a:txBody>
                  <a:tcPr anchor="ctr">
                    <a:solidFill>
                      <a:srgbClr val="EEF5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Microsoft YaHei"/>
                        </a:rPr>
                        <a:t>分区标签全 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Microsoft YaHei"/>
                        </a:rPr>
                        <a:t>仅 MPI 标签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Microsoft YaHei"/>
                        </a:rPr>
                        <a:t>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Microsoft YaHei"/>
                        </a:rPr>
                        <a:t>无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1F37"/>
                          </a:solidFill>
                          <a:latin typeface="Microsoft YaHei"/>
                        </a:rPr>
                        <a:t>仅改离焦图</a:t>
                      </a:r>
                    </a:p>
                  </a:txBody>
                  <a:tcPr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1F37"/>
                          </a:solidFill>
                          <a:latin typeface="Microsoft YaHei"/>
                        </a:rPr>
                        <a:t>第 0 帧鸭头 CoC</a:t>
                      </a:r>
                    </a:p>
                  </a:txBody>
                  <a:tcPr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1F37"/>
                          </a:solidFill>
                          <a:latin typeface="Microsoft YaHei"/>
                        </a:rPr>
                        <a:t>1,246,773</a:t>
                      </a:r>
                    </a:p>
                  </a:txBody>
                  <a:tcPr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1F37"/>
                          </a:solidFill>
                          <a:latin typeface="Microsoft YaHei"/>
                        </a:rPr>
                        <a:t>0–7</a:t>
                      </a:r>
                    </a:p>
                  </a:txBody>
                  <a:tcPr anchor="ctr">
                    <a:solidFill>
                      <a:srgbClr val="EEF5FB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60920" y="1371600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D569A"/>
                </a:solidFill>
                <a:latin typeface="Microsoft YaHei"/>
              </a:rPr>
              <a:t>原图</a:t>
            </a:r>
          </a:p>
        </p:txBody>
      </p:sp>
      <p:pic>
        <p:nvPicPr>
          <p:cNvPr id="6" name="Picture 5" descr="Input-head-x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0920" y="1737360"/>
            <a:ext cx="1325880" cy="16573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778240" y="1371600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D569A"/>
                </a:solidFill>
                <a:latin typeface="Microsoft YaHei"/>
              </a:rPr>
              <a:t>原版</a:t>
            </a:r>
          </a:p>
        </p:txBody>
      </p:sp>
      <p:pic>
        <p:nvPicPr>
          <p:cNvPr id="8" name="Picture 7" descr="A-head-x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0" y="1737360"/>
            <a:ext cx="1325880" cy="16573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195560" y="1371600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D569A"/>
                </a:solidFill>
                <a:latin typeface="Microsoft YaHei"/>
              </a:rPr>
              <a:t>仅改离焦图</a:t>
            </a:r>
          </a:p>
        </p:txBody>
      </p:sp>
      <p:pic>
        <p:nvPicPr>
          <p:cNvPr id="10" name="Picture 9" descr="D-head-x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95560" y="1737360"/>
            <a:ext cx="1325880" cy="165735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360920" y="3520440"/>
            <a:ext cx="4160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5B6D82"/>
                </a:solidFill>
                <a:latin typeface="Microsoft YaHei"/>
              </a:rPr>
              <a:t>mallard-water 第 0 帧鸭头局部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283464"/>
            <a:ext cx="10058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50" b="1">
                <a:solidFill>
                  <a:srgbClr val="0D569A"/>
                </a:solidFill>
                <a:latin typeface="Microsoft YaHei"/>
              </a:rPr>
              <a:t>离焦图经 VAE 压缩后，细结构还剩多少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188720"/>
            <a:ext cx="5669280" cy="4114800"/>
          </a:xfrm>
          <a:prstGeom prst="rect">
            <a:avLst/>
          </a:prstGeom>
          <a:solidFill>
            <a:srgbClr val="F5F7FA"/>
          </a:solidFill>
          <a:ln>
            <a:solidFill>
              <a:srgbClr val="9FB3C8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>
                <a:solidFill>
                  <a:srgbClr val="5B6D82"/>
                </a:solidFill>
                <a:latin typeface="Microsoft YaHei"/>
              </a:rPr>
              <a:t>线宽 – 响应曲线</a:t>
            </a:r>
          </a:p>
          <a:p>
            <a:pPr algn="ctr"/>
            <a:r>
              <a:rPr sz="1400">
                <a:solidFill>
                  <a:srgbClr val="5B6D82"/>
                </a:solidFill>
                <a:latin typeface="Microsoft YaHei"/>
              </a:rPr>
              <a:t>（1–32 px，待实验结果）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6675120" y="1188720"/>
            <a:ext cx="4754880" cy="1965960"/>
          </a:xfrm>
          <a:prstGeom prst="rect">
            <a:avLst/>
          </a:prstGeom>
          <a:solidFill>
            <a:srgbClr val="F5F7FA"/>
          </a:solidFill>
          <a:ln>
            <a:solidFill>
              <a:srgbClr val="9FB3C8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>
                <a:solidFill>
                  <a:srgbClr val="5B6D82"/>
                </a:solidFill>
                <a:latin typeface="Microsoft YaHei"/>
              </a:rPr>
              <a:t>细绳修正：离焦图差 → 特征差</a:t>
            </a:r>
          </a:p>
          <a:p>
            <a:pPr algn="ctr"/>
            <a:r>
              <a:rPr sz="1400">
                <a:solidFill>
                  <a:srgbClr val="5B6D82"/>
                </a:solidFill>
                <a:latin typeface="Microsoft YaHei"/>
              </a:rPr>
              <a:t>（B33，待实验结果）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0" y="3337560"/>
            <a:ext cx="4754880" cy="1965960"/>
          </a:xfrm>
          <a:prstGeom prst="rect">
            <a:avLst/>
          </a:prstGeom>
          <a:solidFill>
            <a:srgbClr val="F5F7FA"/>
          </a:solidFill>
          <a:ln>
            <a:solidFill>
              <a:srgbClr val="9FB3C8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>
                <a:solidFill>
                  <a:srgbClr val="5B6D82"/>
                </a:solidFill>
                <a:latin typeface="Microsoft YaHei"/>
              </a:rPr>
              <a:t>鸭头修正：离焦图差 → 特征差</a:t>
            </a:r>
          </a:p>
          <a:p>
            <a:pPr algn="ctr"/>
            <a:r>
              <a:rPr sz="1400">
                <a:solidFill>
                  <a:srgbClr val="5B6D82"/>
                </a:solidFill>
                <a:latin typeface="Microsoft YaHei"/>
              </a:rPr>
              <a:t>（B36，待实验结果）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5486400"/>
            <a:ext cx="10652760" cy="384048"/>
          </a:xfrm>
          <a:prstGeom prst="rect">
            <a:avLst/>
          </a:prstGeom>
          <a:solidFill>
            <a:srgbClr val="F5F7FA"/>
          </a:solidFill>
          <a:ln>
            <a:solidFill>
              <a:srgbClr val="9FB3C8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>
                <a:solidFill>
                  <a:srgbClr val="5B6D82"/>
                </a:solidFill>
                <a:latin typeface="Microsoft YaHei"/>
              </a:rPr>
              <a:t>一句结论（待实验结果）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283464"/>
            <a:ext cx="10058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50" b="1">
                <a:solidFill>
                  <a:srgbClr val="0D569A"/>
                </a:solidFill>
                <a:latin typeface="Microsoft YaHei"/>
              </a:rPr>
              <a:t>鸭头全 25 帧局部修正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91640" y="1051560"/>
            <a:ext cx="1783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D569A"/>
                </a:solidFill>
                <a:latin typeface="Microsoft YaHei"/>
              </a:rPr>
              <a:t>第 0 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66160" y="1051560"/>
            <a:ext cx="1783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D569A"/>
                </a:solidFill>
                <a:latin typeface="Microsoft YaHei"/>
              </a:rPr>
              <a:t>第 8 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40679" y="1051560"/>
            <a:ext cx="1783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D569A"/>
                </a:solidFill>
                <a:latin typeface="Microsoft YaHei"/>
              </a:rPr>
              <a:t>第 16 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1051560"/>
            <a:ext cx="1783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D569A"/>
                </a:solidFill>
                <a:latin typeface="Microsoft YaHei"/>
              </a:rPr>
              <a:t>第 24 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55648"/>
            <a:ext cx="1005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500" b="1">
                <a:solidFill>
                  <a:srgbClr val="0D569A"/>
                </a:solidFill>
                <a:latin typeface="Microsoft YaHei"/>
              </a:rPr>
              <a:t>原图</a:t>
            </a:r>
          </a:p>
        </p:txBody>
      </p:sp>
      <p:sp>
        <p:nvSpPr>
          <p:cNvPr id="8" name="Rectangle 7"/>
          <p:cNvSpPr/>
          <p:nvPr/>
        </p:nvSpPr>
        <p:spPr>
          <a:xfrm>
            <a:off x="1691640" y="1371600"/>
            <a:ext cx="1783080" cy="1097280"/>
          </a:xfrm>
          <a:prstGeom prst="rect">
            <a:avLst/>
          </a:prstGeom>
          <a:solidFill>
            <a:srgbClr val="F5F7FA"/>
          </a:solidFill>
          <a:ln>
            <a:solidFill>
              <a:srgbClr val="9FB3C8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>
                <a:solidFill>
                  <a:srgbClr val="5B6D82"/>
                </a:solidFill>
                <a:latin typeface="Microsoft YaHei"/>
              </a:rPr>
              <a:t>待补图</a:t>
            </a:r>
          </a:p>
        </p:txBody>
      </p:sp>
      <p:sp>
        <p:nvSpPr>
          <p:cNvPr id="9" name="Rectangle 8"/>
          <p:cNvSpPr/>
          <p:nvPr/>
        </p:nvSpPr>
        <p:spPr>
          <a:xfrm>
            <a:off x="3566160" y="1371600"/>
            <a:ext cx="1783080" cy="1097280"/>
          </a:xfrm>
          <a:prstGeom prst="rect">
            <a:avLst/>
          </a:prstGeom>
          <a:solidFill>
            <a:srgbClr val="F5F7FA"/>
          </a:solidFill>
          <a:ln>
            <a:solidFill>
              <a:srgbClr val="9FB3C8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>
                <a:solidFill>
                  <a:srgbClr val="5B6D82"/>
                </a:solidFill>
                <a:latin typeface="Microsoft YaHei"/>
              </a:rPr>
              <a:t>待补图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79" y="1371600"/>
            <a:ext cx="1783080" cy="1097280"/>
          </a:xfrm>
          <a:prstGeom prst="rect">
            <a:avLst/>
          </a:prstGeom>
          <a:solidFill>
            <a:srgbClr val="F5F7FA"/>
          </a:solidFill>
          <a:ln>
            <a:solidFill>
              <a:srgbClr val="9FB3C8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>
                <a:solidFill>
                  <a:srgbClr val="5B6D82"/>
                </a:solidFill>
                <a:latin typeface="Microsoft YaHei"/>
              </a:rPr>
              <a:t>待补图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0" y="1371600"/>
            <a:ext cx="1783080" cy="1097280"/>
          </a:xfrm>
          <a:prstGeom prst="rect">
            <a:avLst/>
          </a:prstGeom>
          <a:solidFill>
            <a:srgbClr val="F5F7FA"/>
          </a:solidFill>
          <a:ln>
            <a:solidFill>
              <a:srgbClr val="9FB3C8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>
                <a:solidFill>
                  <a:srgbClr val="5B6D82"/>
                </a:solidFill>
                <a:latin typeface="Microsoft YaHei"/>
              </a:rPr>
              <a:t>待补图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944368"/>
            <a:ext cx="1005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500" b="1">
                <a:solidFill>
                  <a:srgbClr val="0D569A"/>
                </a:solidFill>
                <a:latin typeface="Microsoft YaHei"/>
              </a:rPr>
              <a:t>原版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691640" y="2560320"/>
            <a:ext cx="1783080" cy="1097280"/>
          </a:xfrm>
          <a:prstGeom prst="rect">
            <a:avLst/>
          </a:prstGeom>
          <a:solidFill>
            <a:srgbClr val="F5F7FA"/>
          </a:solidFill>
          <a:ln>
            <a:solidFill>
              <a:srgbClr val="9FB3C8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>
                <a:solidFill>
                  <a:srgbClr val="5B6D82"/>
                </a:solidFill>
                <a:latin typeface="Microsoft YaHei"/>
              </a:rPr>
              <a:t>待补图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66160" y="2560320"/>
            <a:ext cx="1783080" cy="1097280"/>
          </a:xfrm>
          <a:prstGeom prst="rect">
            <a:avLst/>
          </a:prstGeom>
          <a:solidFill>
            <a:srgbClr val="F5F7FA"/>
          </a:solidFill>
          <a:ln>
            <a:solidFill>
              <a:srgbClr val="9FB3C8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>
                <a:solidFill>
                  <a:srgbClr val="5B6D82"/>
                </a:solidFill>
                <a:latin typeface="Microsoft YaHei"/>
              </a:rPr>
              <a:t>待补图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40679" y="2560320"/>
            <a:ext cx="1783080" cy="1097280"/>
          </a:xfrm>
          <a:prstGeom prst="rect">
            <a:avLst/>
          </a:prstGeom>
          <a:solidFill>
            <a:srgbClr val="F5F7FA"/>
          </a:solidFill>
          <a:ln>
            <a:solidFill>
              <a:srgbClr val="9FB3C8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>
                <a:solidFill>
                  <a:srgbClr val="5B6D82"/>
                </a:solidFill>
                <a:latin typeface="Microsoft YaHei"/>
              </a:rPr>
              <a:t>待补图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0" y="2560320"/>
            <a:ext cx="1783080" cy="1097280"/>
          </a:xfrm>
          <a:prstGeom prst="rect">
            <a:avLst/>
          </a:prstGeom>
          <a:solidFill>
            <a:srgbClr val="F5F7FA"/>
          </a:solidFill>
          <a:ln>
            <a:solidFill>
              <a:srgbClr val="9FB3C8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>
                <a:solidFill>
                  <a:srgbClr val="5B6D82"/>
                </a:solidFill>
                <a:latin typeface="Microsoft YaHei"/>
              </a:rPr>
              <a:t>待补图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133087"/>
            <a:ext cx="1005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500" b="1">
                <a:solidFill>
                  <a:srgbClr val="0D569A"/>
                </a:solidFill>
                <a:latin typeface="Microsoft YaHei"/>
              </a:rPr>
              <a:t>全帧修正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691640" y="3749039"/>
            <a:ext cx="1783080" cy="1097280"/>
          </a:xfrm>
          <a:prstGeom prst="rect">
            <a:avLst/>
          </a:prstGeom>
          <a:solidFill>
            <a:srgbClr val="F5F7FA"/>
          </a:solidFill>
          <a:ln>
            <a:solidFill>
              <a:srgbClr val="9FB3C8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>
                <a:solidFill>
                  <a:srgbClr val="5B6D82"/>
                </a:solidFill>
                <a:latin typeface="Microsoft YaHei"/>
              </a:rPr>
              <a:t>待补图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566160" y="3749039"/>
            <a:ext cx="1783080" cy="1097280"/>
          </a:xfrm>
          <a:prstGeom prst="rect">
            <a:avLst/>
          </a:prstGeom>
          <a:solidFill>
            <a:srgbClr val="F5F7FA"/>
          </a:solidFill>
          <a:ln>
            <a:solidFill>
              <a:srgbClr val="9FB3C8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>
                <a:solidFill>
                  <a:srgbClr val="5B6D82"/>
                </a:solidFill>
                <a:latin typeface="Microsoft YaHei"/>
              </a:rPr>
              <a:t>待补图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40679" y="3749039"/>
            <a:ext cx="1783080" cy="1097280"/>
          </a:xfrm>
          <a:prstGeom prst="rect">
            <a:avLst/>
          </a:prstGeom>
          <a:solidFill>
            <a:srgbClr val="F5F7FA"/>
          </a:solidFill>
          <a:ln>
            <a:solidFill>
              <a:srgbClr val="9FB3C8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>
                <a:solidFill>
                  <a:srgbClr val="5B6D82"/>
                </a:solidFill>
                <a:latin typeface="Microsoft YaHei"/>
              </a:rPr>
              <a:t>待补图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0" y="3749039"/>
            <a:ext cx="1783080" cy="1097280"/>
          </a:xfrm>
          <a:prstGeom prst="rect">
            <a:avLst/>
          </a:prstGeom>
          <a:solidFill>
            <a:srgbClr val="F5F7FA"/>
          </a:solidFill>
          <a:ln>
            <a:solidFill>
              <a:srgbClr val="9FB3C8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>
                <a:solidFill>
                  <a:srgbClr val="5B6D82"/>
                </a:solidFill>
                <a:latin typeface="Microsoft YaHei"/>
              </a:rPr>
              <a:t>待补图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72600" y="1371600"/>
            <a:ext cx="2057400" cy="3474720"/>
          </a:xfrm>
          <a:prstGeom prst="rect">
            <a:avLst/>
          </a:prstGeom>
          <a:solidFill>
            <a:srgbClr val="F5F7FA"/>
          </a:solidFill>
          <a:ln>
            <a:solidFill>
              <a:srgbClr val="9FB3C8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>
                <a:solidFill>
                  <a:srgbClr val="5B6D82"/>
                </a:solidFill>
                <a:latin typeface="Microsoft YaHei"/>
              </a:rPr>
              <a:t>指标小表</a:t>
            </a:r>
          </a:p>
          <a:p>
            <a:pPr algn="ctr"/>
            <a:r>
              <a:rPr sz="1400">
                <a:solidFill>
                  <a:srgbClr val="5B6D82"/>
                </a:solidFill>
                <a:latin typeface="Microsoft YaHei"/>
              </a:rPr>
              <a:t>头部清晰度</a:t>
            </a:r>
          </a:p>
          <a:p>
            <a:pPr algn="ctr"/>
            <a:r>
              <a:rPr sz="1400">
                <a:solidFill>
                  <a:srgbClr val="5B6D82"/>
                </a:solidFill>
                <a:latin typeface="Microsoft YaHei"/>
              </a:rPr>
              <a:t>旁效应</a:t>
            </a:r>
          </a:p>
          <a:p>
            <a:pPr algn="ctr"/>
            <a:r>
              <a:rPr sz="1400">
                <a:solidFill>
                  <a:srgbClr val="5B6D82"/>
                </a:solidFill>
                <a:latin typeface="Microsoft YaHei"/>
              </a:rPr>
              <a:t>时序</a:t>
            </a:r>
          </a:p>
          <a:p>
            <a:pPr algn="ctr"/>
            <a:r>
              <a:rPr sz="1400">
                <a:solidFill>
                  <a:srgbClr val="5B6D82"/>
                </a:solidFill>
                <a:latin typeface="Microsoft YaHei"/>
              </a:rPr>
              <a:t>（待实验结果）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5486400"/>
            <a:ext cx="10652760" cy="384048"/>
          </a:xfrm>
          <a:prstGeom prst="rect">
            <a:avLst/>
          </a:prstGeom>
          <a:solidFill>
            <a:srgbClr val="F5F7FA"/>
          </a:solidFill>
          <a:ln>
            <a:solidFill>
              <a:srgbClr val="9FB3C8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>
                <a:solidFill>
                  <a:srgbClr val="5B6D82"/>
                </a:solidFill>
                <a:latin typeface="Microsoft YaHei"/>
              </a:rPr>
              <a:t>一句结论（待实验结果）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/>
            </a:gs>
            <a:gs pos="100000">
              <a:schemeClr val="phClr"/>
            </a:gs>
          </a:gsLst>
          <a:lin ang="2700000" scaled="0"/>
        </a:gradFill>
      </a:fillStyleLst>
      <a:lnStyleLst>
        <a:ln w="1270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2700">
          <a:gradFill>
            <a:gsLst>
              <a:gs pos="0">
                <a:schemeClr val="phClr"/>
              </a:gs>
              <a:gs pos="100000">
                <a:schemeClr val="phClr"/>
              </a:gs>
            </a:gsLst>
            <a:lin ang="2700000" scaled="1"/>
          </a:gradFill>
          <a:prstDash val="solid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/>
            </a:gs>
            <a:gs pos="100000">
              <a:schemeClr val="phClr"/>
            </a:gs>
          </a:gsLst>
          <a:lin ang="2700000" scaled="0"/>
        </a:gradFill>
      </a:fillStyleLst>
      <a:lnStyleLst>
        <a:ln w="1270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2700">
          <a:gradFill>
            <a:gsLst>
              <a:gs pos="0">
                <a:schemeClr val="phClr"/>
              </a:gs>
              <a:gs pos="100000">
                <a:schemeClr val="phClr"/>
              </a:gs>
            </a:gsLst>
            <a:lin ang="2700000" scaled="1"/>
          </a:gradFill>
          <a:prstDash val="solid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71</TotalTime>
  <Words>39</Words>
  <Application>Microsoft Office PowerPoint</Application>
  <DocSecurity>0</DocSecurity>
  <PresentationFormat>宽屏</PresentationFormat>
  <Paragraphs>11</Paragraphs>
  <Slides>2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8" baseType="lpstr">
      <vt:lpstr>等线</vt:lpstr>
      <vt:lpstr>Microsoft YaHei</vt:lpstr>
      <vt:lpstr>Microsoft YaHei</vt:lpstr>
      <vt:lpstr>微软雅黑 Light</vt:lpstr>
      <vt:lpstr>Arial</vt:lpstr>
      <vt:lpstr>WPS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辰洋 孟</cp:lastModifiedBy>
  <cp:revision>23</cp:revision>
  <dcterms:created xsi:type="dcterms:W3CDTF">2026-08-21T05:34:17Z</dcterms:created>
  <dcterms:modified xsi:type="dcterms:W3CDTF">2026-10-21T11:32:43Z</dcterms:modified>
</cp:coreProperties>
</file>