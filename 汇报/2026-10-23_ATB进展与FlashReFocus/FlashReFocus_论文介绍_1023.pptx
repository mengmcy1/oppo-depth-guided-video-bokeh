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7" r:id="rId8"/>
    <p:sldId id="258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1998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FlashReFocus：单张照片的交互式重对焦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52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先恢复一张清晰图，再选择对焦主体或背景；同一照片可反复调整。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44752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原始照片</a:t>
            </a:r>
          </a:p>
        </p:txBody>
      </p:sp>
      <p:pic>
        <p:nvPicPr>
          <p:cNvPr id="7" name="Picture 6" descr="h11-row1-col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10512"/>
            <a:ext cx="2578608" cy="1713454"/>
          </a:xfrm>
          <a:prstGeom prst="rect">
            <a:avLst/>
          </a:prstGeom>
        </p:spPr>
      </p:pic>
      <p:pic>
        <p:nvPicPr>
          <p:cNvPr id="8" name="Picture 7" descr="h11-row2-co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639312"/>
            <a:ext cx="2578608" cy="17022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68319" y="1444752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恢复后的清晰图</a:t>
            </a:r>
          </a:p>
        </p:txBody>
      </p:sp>
      <p:pic>
        <p:nvPicPr>
          <p:cNvPr id="10" name="Picture 9" descr="h11-row1-col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8319" y="1810512"/>
            <a:ext cx="2578608" cy="1709729"/>
          </a:xfrm>
          <a:prstGeom prst="rect">
            <a:avLst/>
          </a:prstGeom>
        </p:spPr>
      </p:pic>
      <p:pic>
        <p:nvPicPr>
          <p:cNvPr id="11" name="Picture 10" descr="h11-row2-col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68319" y="3639312"/>
            <a:ext cx="2578608" cy="1698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9398" y="1444752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对焦人物</a:t>
            </a:r>
          </a:p>
        </p:txBody>
      </p:sp>
      <p:pic>
        <p:nvPicPr>
          <p:cNvPr id="13" name="Picture 12" descr="h11-row1-col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9398" y="1810512"/>
            <a:ext cx="2578608" cy="1694990"/>
          </a:xfrm>
          <a:prstGeom prst="rect">
            <a:avLst/>
          </a:prstGeom>
        </p:spPr>
      </p:pic>
      <p:pic>
        <p:nvPicPr>
          <p:cNvPr id="14" name="Picture 13" descr="h11-row2-col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9398" y="3639312"/>
            <a:ext cx="2578608" cy="168387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50477" y="1444752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D569A"/>
                </a:solidFill>
                <a:latin typeface="Microsoft YaHei"/>
              </a:rPr>
              <a:t>对焦背景</a:t>
            </a:r>
          </a:p>
        </p:txBody>
      </p:sp>
      <p:pic>
        <p:nvPicPr>
          <p:cNvPr id="16" name="Picture 15" descr="h11-row1-col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0477" y="1810512"/>
            <a:ext cx="2578608" cy="1713454"/>
          </a:xfrm>
          <a:prstGeom prst="rect">
            <a:avLst/>
          </a:prstGeom>
        </p:spPr>
      </p:pic>
      <p:pic>
        <p:nvPicPr>
          <p:cNvPr id="17" name="Picture 16" descr="h11-row2-col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0477" y="3639312"/>
            <a:ext cx="2578608" cy="170221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522976"/>
            <a:ext cx="10652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101F37"/>
                </a:solidFill>
                <a:latin typeface="Microsoft YaHei"/>
              </a:rPr>
              <a:t>更换焦点时只运行轻量渲染器，无需再次恢复整张图像。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91616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5B6D82"/>
                </a:solidFill>
                <a:latin typeface="Microsoft YaHei"/>
              </a:rPr>
              <a:t>当前为论文效果展示；专用权重待公开，本地复现尚未开始。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254496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B6D82"/>
                </a:solidFill>
                <a:latin typeface="Microsoft YaHei"/>
              </a:rPr>
              <a:t>图源：FlashReFocus，Fig. H.11（第 1、3 行）；绿点表示所选焦点。arXiv:2610.23297v1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283464"/>
            <a:ext cx="1005840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50" b="1">
                <a:solidFill>
                  <a:srgbClr val="0D569A"/>
                </a:solidFill>
                <a:latin typeface="Microsoft YaHei"/>
              </a:rPr>
              <a:t>方法原理：先恢复清晰，再按深度渲染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41832"/>
            <a:ext cx="10652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0D569A"/>
                </a:solidFill>
                <a:latin typeface="Microsoft YaHei"/>
              </a:rPr>
              <a:t>一次恢复清晰图  →  估计深度、确定焦点  →  轻量网络生成虚化</a:t>
            </a:r>
          </a:p>
        </p:txBody>
      </p:sp>
      <p:pic>
        <p:nvPicPr>
          <p:cNvPr id="6" name="Picture 5" descr="fig2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527048"/>
            <a:ext cx="10652760" cy="4354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934456"/>
            <a:ext cx="106527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0">
                <a:solidFill>
                  <a:srgbClr val="101F37"/>
                </a:solidFill>
                <a:latin typeface="Microsoft YaHei"/>
              </a:rPr>
              <a:t>注意力偏向离焦程度相近的位置；深度估计偏差仍会影响虚化结果。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00216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B6D82"/>
                </a:solidFill>
                <a:latin typeface="Microsoft YaHei"/>
              </a:rPr>
              <a:t>图源：FlashReFocus，Fig. 2（裁去训练图例）；流程解释见讲稿。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1602</Words>
  <Application>Microsoft Office PowerPoint</Application>
  <DocSecurity>0</DocSecurity>
  <PresentationFormat>宽屏</PresentationFormat>
  <Paragraphs>304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20</cp:revision>
  <dcterms:created xsi:type="dcterms:W3CDTF">2026-08-21T05:34:17Z</dcterms:created>
  <dcterms:modified xsi:type="dcterms:W3CDTF">2026-10-15T13:12:09Z</dcterms:modified>
</cp:coreProperties>
</file>