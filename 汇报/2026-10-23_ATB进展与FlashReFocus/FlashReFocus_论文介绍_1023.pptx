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3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2026-10-21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3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2895600" y="284390"/>
            <a:ext cx="6400800" cy="364987"/>
          </a:xfrm>
          <a:prstGeom prst="rect">
            <a:avLst/>
          </a:prstGeom>
        </p:spPr>
        <p:txBody>
          <a:bodyPr vert="horz" wrap="none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47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49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2026-10-21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283464"/>
            <a:ext cx="1005840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50" b="1" dirty="0" err="1">
                <a:solidFill>
                  <a:srgbClr val="0D569A"/>
                </a:solidFill>
                <a:latin typeface="Microsoft YaHei"/>
              </a:rPr>
              <a:t>FlashReFocus</a:t>
            </a:r>
            <a:endParaRPr sz="2850" b="1" dirty="0">
              <a:solidFill>
                <a:srgbClr val="0D569A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527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dirty="0" err="1">
                <a:solidFill>
                  <a:srgbClr val="101F37"/>
                </a:solidFill>
                <a:latin typeface="Microsoft YaHei"/>
              </a:rPr>
              <a:t>先恢复一张清晰图，再选择对焦主体或背景；同一照片可反复调整</a:t>
            </a:r>
            <a:r>
              <a:rPr sz="1800" b="0" dirty="0">
                <a:solidFill>
                  <a:srgbClr val="101F37"/>
                </a:solidFill>
                <a:latin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D569A"/>
                </a:solidFill>
                <a:latin typeface="Microsoft YaHei"/>
              </a:rPr>
              <a:t>原始照片</a:t>
            </a:r>
          </a:p>
        </p:txBody>
      </p:sp>
      <p:pic>
        <p:nvPicPr>
          <p:cNvPr id="7" name="Picture 6" descr="h11-row1-co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10512"/>
            <a:ext cx="2578608" cy="1713454"/>
          </a:xfrm>
          <a:prstGeom prst="rect">
            <a:avLst/>
          </a:prstGeom>
        </p:spPr>
      </p:pic>
      <p:pic>
        <p:nvPicPr>
          <p:cNvPr id="8" name="Picture 7" descr="h11-row2-co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39312"/>
            <a:ext cx="2578608" cy="17022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68319" y="1444752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D569A"/>
                </a:solidFill>
                <a:latin typeface="Microsoft YaHei"/>
              </a:rPr>
              <a:t>恢复后的清晰图</a:t>
            </a:r>
          </a:p>
        </p:txBody>
      </p:sp>
      <p:pic>
        <p:nvPicPr>
          <p:cNvPr id="10" name="Picture 9" descr="h11-row1-co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8319" y="1810512"/>
            <a:ext cx="2578608" cy="1709729"/>
          </a:xfrm>
          <a:prstGeom prst="rect">
            <a:avLst/>
          </a:prstGeom>
        </p:spPr>
      </p:pic>
      <p:pic>
        <p:nvPicPr>
          <p:cNvPr id="11" name="Picture 10" descr="h11-row2-col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319" y="3639312"/>
            <a:ext cx="2578608" cy="1698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9398" y="1444752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D569A"/>
                </a:solidFill>
                <a:latin typeface="Microsoft YaHei"/>
              </a:rPr>
              <a:t>对焦人物</a:t>
            </a:r>
          </a:p>
        </p:txBody>
      </p:sp>
      <p:pic>
        <p:nvPicPr>
          <p:cNvPr id="13" name="Picture 12" descr="h11-row1-col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9398" y="1810512"/>
            <a:ext cx="2578608" cy="1694990"/>
          </a:xfrm>
          <a:prstGeom prst="rect">
            <a:avLst/>
          </a:prstGeom>
        </p:spPr>
      </p:pic>
      <p:pic>
        <p:nvPicPr>
          <p:cNvPr id="14" name="Picture 13" descr="h11-row2-col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9398" y="3639312"/>
            <a:ext cx="2578608" cy="1683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50477" y="1444752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D569A"/>
                </a:solidFill>
                <a:latin typeface="Microsoft YaHei"/>
              </a:rPr>
              <a:t>对焦背景</a:t>
            </a:r>
          </a:p>
        </p:txBody>
      </p:sp>
      <p:pic>
        <p:nvPicPr>
          <p:cNvPr id="16" name="Picture 15" descr="h11-row1-col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0477" y="1810512"/>
            <a:ext cx="2578608" cy="1713454"/>
          </a:xfrm>
          <a:prstGeom prst="rect">
            <a:avLst/>
          </a:prstGeom>
        </p:spPr>
      </p:pic>
      <p:pic>
        <p:nvPicPr>
          <p:cNvPr id="17" name="Picture 16" descr="h11-row2-col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0477" y="3639312"/>
            <a:ext cx="2578608" cy="17022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522976"/>
            <a:ext cx="106527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dirty="0" err="1">
                <a:solidFill>
                  <a:srgbClr val="101F37"/>
                </a:solidFill>
                <a:latin typeface="Microsoft YaHei"/>
              </a:rPr>
              <a:t>更换焦点时只运行轻量渲染器，无需再次恢复整张图像</a:t>
            </a:r>
            <a:r>
              <a:rPr sz="1800" b="0" dirty="0">
                <a:solidFill>
                  <a:srgbClr val="101F37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283464"/>
            <a:ext cx="10058400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50" b="1" dirty="0" err="1">
                <a:solidFill>
                  <a:srgbClr val="0D569A"/>
                </a:solidFill>
                <a:latin typeface="Microsoft YaHei"/>
              </a:rPr>
              <a:t>原理</a:t>
            </a:r>
            <a:endParaRPr sz="2850" b="1" dirty="0">
              <a:solidFill>
                <a:srgbClr val="0D569A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941832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0D569A"/>
                </a:solidFill>
                <a:latin typeface="Microsoft YaHei"/>
              </a:rPr>
              <a:t>一次恢复清晰图  →  估计深度、确定焦点  →  轻量网络生成虚化</a:t>
            </a:r>
          </a:p>
        </p:txBody>
      </p:sp>
      <p:pic>
        <p:nvPicPr>
          <p:cNvPr id="6" name="Picture 5" descr="fig2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27048"/>
            <a:ext cx="10652760" cy="4354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934456"/>
            <a:ext cx="694364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dirty="0" err="1">
                <a:solidFill>
                  <a:srgbClr val="101F37"/>
                </a:solidFill>
                <a:latin typeface="Microsoft YaHei"/>
              </a:rPr>
              <a:t>注意力偏向离焦程度相近的位置；深度估计偏差仍会影响虚化结果</a:t>
            </a:r>
            <a:r>
              <a:rPr sz="1700" b="0" dirty="0">
                <a:solidFill>
                  <a:srgbClr val="101F37"/>
                </a:solidFill>
                <a:latin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00216"/>
            <a:ext cx="53187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dirty="0" err="1">
                <a:solidFill>
                  <a:srgbClr val="5B6D82"/>
                </a:solidFill>
                <a:latin typeface="Microsoft YaHei"/>
              </a:rPr>
              <a:t>图源：FlashReFocus，Fig</a:t>
            </a:r>
            <a:r>
              <a:rPr sz="900" b="0" dirty="0">
                <a:solidFill>
                  <a:srgbClr val="5B6D82"/>
                </a:solidFill>
                <a:latin typeface="Microsoft YaHei"/>
              </a:rPr>
              <a:t>. 2（裁去训练图例）；</a:t>
            </a:r>
            <a:r>
              <a:rPr sz="900" b="0" dirty="0" err="1">
                <a:solidFill>
                  <a:srgbClr val="5B6D82"/>
                </a:solidFill>
                <a:latin typeface="Microsoft YaHei"/>
              </a:rPr>
              <a:t>流程解释见讲稿</a:t>
            </a:r>
            <a:r>
              <a:rPr sz="900" b="0" dirty="0">
                <a:solidFill>
                  <a:srgbClr val="5B6D82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39</Words>
  <Application>Microsoft Office PowerPoint</Application>
  <DocSecurity>0</DocSecurity>
  <PresentationFormat>宽屏</PresentationFormat>
  <Paragraphs>11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Microsoft YaHei</vt:lpstr>
      <vt:lpstr>Microsoft YaHei</vt:lpstr>
      <vt:lpstr>微软雅黑 Light</vt:lpstr>
      <vt:lpstr>Arial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23</cp:revision>
  <dcterms:created xsi:type="dcterms:W3CDTF">2026-08-21T05:34:17Z</dcterms:created>
  <dcterms:modified xsi:type="dcterms:W3CDTF">2026-10-21T11:32:43Z</dcterms:modified>
</cp:coreProperties>
</file>