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68" r:id="rId4"/>
    <p:sldId id="269" r:id="rId5"/>
    <p:sldId id="270" r:id="rId6"/>
    <p:sldId id="271" r:id="rId7"/>
    <p:sldId id="274" r:id="rId8"/>
    <p:sldId id="272" r:id="rId9"/>
    <p:sldId id="275" r:id="rId10"/>
    <p:sldId id="277" r:id="rId11"/>
    <p:sldId id="278" r:id="rId12"/>
    <p:sldId id="279" r:id="rId13"/>
    <p:sldId id="27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96" y="-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/>
              <a:t>https://vivocameraresearch.github.io/any2bokeh/；DAVIS</a:t>
            </a:r>
            <a:r>
              <a:rPr lang="zh-CN" altLang="en-US"/>
              <a:t>本地复现，</a:t>
            </a:r>
            <a:r>
              <a:rPr lang="en-US"/>
              <a:t>K16，25</a:t>
            </a:r>
            <a:r>
              <a:rPr lang="zh-CN" altLang="en-US"/>
              <a:t>帧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/>
              <a:t>https://vivocameraresearch.github.io/any2bokeh/；DAVIS</a:t>
            </a:r>
            <a:r>
              <a:rPr lang="zh-CN" altLang="en-US"/>
              <a:t>本地复现，</a:t>
            </a:r>
            <a:r>
              <a:rPr lang="en-US"/>
              <a:t>K16，25</a:t>
            </a:r>
            <a:r>
              <a:rPr lang="zh-CN" altLang="en-US"/>
              <a:t>帧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/records/any2bokeh-B33-B36-diagnostics-20261014-B33-numeric-summary.json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/records/any2bokeh-B33-B36-diagnostics-20261014-B36-input-statistics.json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/records/any2bokeh-failure-analysis-20261009-human-review.json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2.mp4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3.xml"/><Relationship Id="rId4" Type="http://schemas.openxmlformats.org/officeDocument/2006/relationships/video" Target="../media/media2.mp4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media" Target="../media/media4.mp4"/><Relationship Id="rId7" Type="http://schemas.openxmlformats.org/officeDocument/2006/relationships/image" Target="../media/image5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3.xml"/><Relationship Id="rId4" Type="http://schemas.openxmlformats.org/officeDocument/2006/relationships/video" Target="../media/media4.mp4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repeatCount="indefinite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repeatCount="indefinite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细绳两时刻的输入离焦变化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F853E4E-998A-5842-DE16-43C13404A7B4}"/>
              </a:ext>
            </a:extLst>
          </p:cNvPr>
          <p:cNvGraphicFramePr/>
          <p:nvPr/>
        </p:nvGraphicFramePr>
        <p:xfrm>
          <a:off x="914400" y="4124325"/>
          <a:ext cx="10287000" cy="17526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细绳采样区域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第1帧名义离焦量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第22帧名义离焦量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R1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R2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2.027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R4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鸭头与身体的离焦分配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521025-E642-0418-5612-48DCDAC5F817}"/>
              </a:ext>
            </a:extLst>
          </p:cNvPr>
          <p:cNvGraphicFramePr/>
          <p:nvPr/>
        </p:nvGraphicFramePr>
        <p:xfrm>
          <a:off x="7334250" y="2095500"/>
          <a:ext cx="3857625" cy="22098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部位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第0帧名义离焦量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颈部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身体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363B467-A4BF-2CF0-0F60-E812F59280B1}"/>
              </a:ext>
            </a:extLst>
          </p:cNvPr>
          <p:cNvSpPr>
            <a:spLocks noGrp="1"/>
          </p:cNvSpPr>
          <p:nvPr/>
        </p:nvSpPr>
        <p:spPr>
          <a:xfrm>
            <a:off x="7334250" y="4762500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头部的输入离焦量高于颈部和身体</a:t>
            </a:r>
          </a:p>
        </p:txBody>
      </p:sp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伞绳的跨方法细节保留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15A426-A68B-2D82-7FE6-D528CD56ECB3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第</a:t>
            </a:r>
            <a:r>
              <a:rPr lang="en-US" altLang="zh-CN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0</a:t>
            </a: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帧人工对照：</a:t>
            </a:r>
            <a:r>
              <a:rPr lang="en-US" altLang="zh-CN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ATB </a:t>
            </a: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相对更清楚</a:t>
            </a:r>
            <a:endParaRPr sz="210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999</Words>
  <Application>Microsoft Office PowerPoint</Application>
  <DocSecurity>0</DocSecurity>
  <PresentationFormat>宽屏</PresentationFormat>
  <Paragraphs>277</Paragraphs>
  <Slides>13</Slides>
  <Notes>13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18</cp:revision>
  <dcterms:created xsi:type="dcterms:W3CDTF">2026-08-21T05:34:17Z</dcterms:created>
  <dcterms:modified xsi:type="dcterms:W3CDTF">2026-10-15T06:28:03Z</dcterms:modified>
</cp:coreProperties>
</file>