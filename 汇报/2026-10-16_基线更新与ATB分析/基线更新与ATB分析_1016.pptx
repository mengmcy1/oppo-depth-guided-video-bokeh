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70" r:id="rId4"/>
    <p:sldId id="271" r:id="rId5"/>
    <p:sldId id="274" r:id="rId6"/>
    <p:sldId id="272" r:id="rId7"/>
    <p:sldId id="275" r:id="rId8"/>
    <p:sldId id="277" r:id="rId9"/>
    <p:sldId id="278" r:id="rId10"/>
    <p:sldId id="279" r:id="rId11"/>
    <p:sldId id="280" r:id="rId12"/>
    <p:sldId id="281" r:id="rId13"/>
    <p:sldId id="282" r:id="rId14"/>
    <p:sldId id="273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998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
MagicBokeh补测：50段×25帧，1024×576，VEPI-public-mp4=0.66962104；PNG诊断=0.66918814；MP4−PNG=+0.00043290。DAVIS原类别ID!=0合并目标（沿用旧口径含ID255），最近邻缩放后采用B最大8连通域、预测PNG8深度中位数最近像素选点。焦点取自身DAdepth选点深度，不取VDA数值；标注只在生成器外辅助一个点，不输入GT mask/alpha。多实例可能选中不同组件，不保证所有实例同焦。K16，原控制公式abs(d-focus)*K/32、0.1阈值、FP16六图块及PIL/AdaIN均不变。预检8段后复用200帧，只补42段；seed=42+25*固定scene索引+帧号。VEPI沿旧Sobel/ROI、H.264 quality8/20fps/yuv420p与先帧均值后视频等权均值；不代表整体虚化质量。只完成量化/程序核验，未新增人工视觉结论或复核组失败发现。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arXiv v2，§3.4、附录A.1/A.2，PDF第9页图s1。图仅裁剪放大，不重绘。教师和学生均采用Depth Anything v2 Large，教师看HQ、学生看模拟LQ，图s1含特征损失Lf和输出LMSE。此处不提供具体损失权重。底部为本项目候选启发，尚未实现。详细说明见同页Word讲稿。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§3.3、公式2/3，PDF第4页图3右上C区域。图中矩阵叉号表示被屏蔽的跨区域联系；约束作用于自注意力，不等于整个网络完全分离。官方实现同类偏置0，异类-100，按各层分辨率缩放掩码。底部为项目候选启发，视频一致性需额外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§3.2及PDF第4页图3整体。初始SR预训练涉及VAE encoder和UNet LoRA；后续SR阶段只更新UNet SR LoRA，离焦图为0，注意力加性掩码为0。Bokeh阶段更新ControlNet及Bokeh LoRA。论文此处未明确逐batch或逐epoch切换频率。项目底部建议是分模块训练启发，不是已实施交替训练。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9251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细绳在跟焦过程中变模糊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4251960"/>
            <a:ext cx="10515600" cy="457200"/>
          </a:xfrm>
          <a:prstGeom prst="rect">
            <a:avLst/>
          </a:prstGeom>
          <a:noFill/>
        </p:spPr>
        <p:txBody>
          <a:bodyPr wrap="none" lIns="0" rIns="0" bIns="0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Microsoft YaHei"/>
              </a:rPr>
              <a:t>细绳随跟焦变模糊，可能与局部深度估计偏差有关。</a:t>
            </a:r>
          </a:p>
        </p:txBody>
      </p:sp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鸭头局部深度调整前后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822960" y="1709928"/>
            <a:ext cx="3200400" cy="2133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4805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原版 ATB</a:t>
            </a:r>
          </a:p>
        </p:txBody>
      </p:sp>
      <p:pic>
        <p:nvPicPr>
          <p:cNvPr id="26" name="Picture 25" descr="native-1024.png"/>
          <p:cNvPicPr>
            <a:picLocks noChangeAspect="1"/>
          </p:cNvPicPr>
          <p:nvPr/>
        </p:nvPicPr>
        <p:blipFill>
          <a:blip r:embed="rId5"/>
          <a:srcRect l="59570" t="22569" r="22852" b="56597"/>
          <a:stretch>
            <a:fillRect/>
          </a:stretch>
        </p:blipFill>
        <p:spPr>
          <a:xfrm>
            <a:off x="4480560" y="1709928"/>
            <a:ext cx="3200400" cy="2133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381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73657"/>
                </a:solidFill>
                <a:latin typeface="Microsoft YaHei"/>
              </a:rPr>
              <a:t>局部深度调整后</a:t>
            </a:r>
          </a:p>
        </p:txBody>
      </p:sp>
      <p:pic>
        <p:nvPicPr>
          <p:cNvPr id="28" name="Picture 27" descr="head_to_neck-1024.png"/>
          <p:cNvPicPr>
            <a:picLocks noChangeAspect="1"/>
          </p:cNvPicPr>
          <p:nvPr/>
        </p:nvPicPr>
        <p:blipFill>
          <a:blip r:embed="rId6"/>
          <a:srcRect l="59570" t="22569" r="22852" b="56597"/>
          <a:stretch>
            <a:fillRect/>
          </a:stretch>
        </p:blipFill>
        <p:spPr>
          <a:xfrm>
            <a:off x="8138160" y="1709928"/>
            <a:ext cx="3200400" cy="2133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4251960"/>
            <a:ext cx="10515600" cy="457200"/>
          </a:xfrm>
          <a:prstGeom prst="rect">
            <a:avLst/>
          </a:prstGeom>
          <a:noFill/>
        </p:spPr>
        <p:txBody>
          <a:bodyPr wrap="none" lIns="0" rIns="0" bIns="0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Microsoft YaHei"/>
              </a:rPr>
              <a:t>只调整鸭头局部深度后，头部细节更清楚。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伞绳等细结构的虚化问题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68680" y="5257800"/>
            <a:ext cx="10515600" cy="457200"/>
          </a:xfrm>
          <a:prstGeom prst="rect">
            <a:avLst/>
          </a:prstGeom>
          <a:noFill/>
        </p:spPr>
        <p:txBody>
          <a:bodyPr wrap="none" lIns="0" rIns="0" bIns="0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Microsoft YaHei"/>
              </a:rPr>
              <a:t>细绳在多种方法中都会变模糊，可能与细结构的深度估计偏差有关。</a:t>
            </a:r>
          </a:p>
        </p:txBody>
      </p:sp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MagicBokeh：教师模型蒸馏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07008"/>
            <a:ext cx="6126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lang="zh-CN" altLang="en-US" sz="2200" b="1">
                <a:solidFill>
                  <a:srgbClr val="173657"/>
                </a:solidFill>
                <a:latin typeface="Microsoft YaHei"/>
              </a:rPr>
              <a:t>教师模型蒸馏</a:t>
            </a:r>
            <a:endParaRPr sz="2200" b="1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42176" y="2247778"/>
            <a:ext cx="2922270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教师</a:t>
            </a:r>
            <a:r>
              <a:rPr lang="zh-CN" altLang="en-US" sz="1900" b="0" dirty="0">
                <a:solidFill>
                  <a:srgbClr val="173657"/>
                </a:solidFill>
                <a:latin typeface="Microsoft YaHei"/>
              </a:rPr>
              <a:t>模型</a:t>
            </a:r>
            <a:r>
              <a:rPr sz="1900" b="0" dirty="0" err="1">
                <a:solidFill>
                  <a:srgbClr val="173657"/>
                </a:solidFill>
                <a:latin typeface="Microsoft YaHei"/>
              </a:rPr>
              <a:t>看清晰图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学生看模糊、有噪声的图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04076" y="3233907"/>
            <a:ext cx="2503170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让学生接近教师的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内部特征和深度输出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04076" y="4349587"/>
            <a:ext cx="37947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dirty="0" err="1">
                <a:solidFill>
                  <a:srgbClr val="173657"/>
                </a:solidFill>
                <a:latin typeface="Microsoft YaHei"/>
              </a:rPr>
              <a:t>使用时只运行学生</a:t>
            </a:r>
            <a:endParaRPr sz="190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04076" y="4779355"/>
            <a:ext cx="37947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提高低质量输入上的深度估计能力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CE38B9D-DB93-889A-9BBB-5DC40725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247778"/>
            <a:ext cx="7448158" cy="2916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按对焦状态，控制区域之间的信息交流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3"/>
          <a:srcRect l="52500" t="9200" r="9800" b="76800"/>
          <a:stretch>
            <a:fillRect/>
          </a:stretch>
        </p:blipFill>
        <p:spPr>
          <a:xfrm>
            <a:off x="914400" y="1938528"/>
            <a:ext cx="6035040" cy="2900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9792" y="1828800"/>
            <a:ext cx="26548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根据虚化控制图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区分清晰区和模糊区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241858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清晰区参考清晰区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模糊区参考模糊区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25786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在注意力中抑制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两类区域之间的联系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415796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先学会恢复细节，再轮流训练两项能力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3"/>
          <a:srcRect l="9400" t="9200" r="9600" b="64200"/>
          <a:stretch>
            <a:fillRect/>
          </a:stretch>
        </p:blipFill>
        <p:spPr>
          <a:xfrm>
            <a:off x="896112" y="2197608"/>
            <a:ext cx="6355080" cy="2700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51292" y="1872996"/>
            <a:ext cx="257098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用低质量图和清晰图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训练恢复能力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1292" y="3089148"/>
            <a:ext cx="23881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保留恢复参数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更新虚化相关参数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51292" y="4305300"/>
            <a:ext cx="292912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恢复时，只调恢复参数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虚化时，只调虚化参数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1602</Words>
  <Application>Microsoft Office PowerPoint</Application>
  <DocSecurity>0</DocSecurity>
  <PresentationFormat>宽屏</PresentationFormat>
  <Paragraphs>304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20</cp:revision>
  <dcterms:created xsi:type="dcterms:W3CDTF">2026-08-21T05:34:17Z</dcterms:created>
  <dcterms:modified xsi:type="dcterms:W3CDTF">2026-10-15T13:12:09Z</dcterms:modified>
</cp:coreProperties>
</file>